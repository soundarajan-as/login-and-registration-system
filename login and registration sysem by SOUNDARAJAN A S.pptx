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850" y="-161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E8E8E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B6B8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Login</a:t>
            </a:r>
            <a:r>
              <a:rPr spc="-5" dirty="0"/>
              <a:t> </a:t>
            </a:r>
            <a:r>
              <a:rPr dirty="0"/>
              <a:t>&amp;</a:t>
            </a:r>
            <a:r>
              <a:rPr spc="-5" dirty="0"/>
              <a:t> </a:t>
            </a:r>
            <a:r>
              <a:rPr dirty="0"/>
              <a:t>Registration</a:t>
            </a:r>
            <a:r>
              <a:rPr spc="-5" dirty="0"/>
              <a:t> </a:t>
            </a:r>
            <a:r>
              <a:rPr dirty="0"/>
              <a:t>System</a:t>
            </a:r>
            <a:r>
              <a:rPr spc="190" dirty="0"/>
              <a:t> </a:t>
            </a:r>
            <a:r>
              <a:rPr dirty="0"/>
              <a:t>//</a:t>
            </a:r>
            <a:r>
              <a:rPr spc="190" dirty="0"/>
              <a:t> </a:t>
            </a:r>
            <a:r>
              <a:rPr dirty="0"/>
              <a:t>Page</a:t>
            </a:r>
            <a:r>
              <a:rPr spc="-5" dirty="0"/>
              <a:t> 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7560309" cy="10692130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7560000" y="0"/>
                </a:moveTo>
                <a:lnTo>
                  <a:pt x="0" y="0"/>
                </a:lnTo>
                <a:lnTo>
                  <a:pt x="0" y="10692000"/>
                </a:lnTo>
                <a:lnTo>
                  <a:pt x="7560000" y="10692000"/>
                </a:lnTo>
                <a:lnTo>
                  <a:pt x="7560000" y="0"/>
                </a:lnTo>
                <a:close/>
              </a:path>
            </a:pathLst>
          </a:custGeom>
          <a:solidFill>
            <a:srgbClr val="0A0A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3888104" cy="10692130"/>
          </a:xfrm>
          <a:custGeom>
            <a:avLst/>
            <a:gdLst/>
            <a:ahLst/>
            <a:cxnLst/>
            <a:rect l="l" t="t" r="r" b="b"/>
            <a:pathLst>
              <a:path w="3888104" h="10692130">
                <a:moveTo>
                  <a:pt x="0" y="10692000"/>
                </a:moveTo>
                <a:lnTo>
                  <a:pt x="0" y="0"/>
                </a:lnTo>
              </a:path>
              <a:path w="3888104" h="10692130">
                <a:moveTo>
                  <a:pt x="647999" y="10692000"/>
                </a:moveTo>
                <a:lnTo>
                  <a:pt x="647999" y="0"/>
                </a:lnTo>
              </a:path>
              <a:path w="3888104" h="10692130">
                <a:moveTo>
                  <a:pt x="1295999" y="10692000"/>
                </a:moveTo>
                <a:lnTo>
                  <a:pt x="1295999" y="0"/>
                </a:lnTo>
              </a:path>
              <a:path w="3888104" h="10692130">
                <a:moveTo>
                  <a:pt x="1944000" y="10692000"/>
                </a:moveTo>
                <a:lnTo>
                  <a:pt x="1944000" y="0"/>
                </a:lnTo>
              </a:path>
              <a:path w="3888104" h="10692130">
                <a:moveTo>
                  <a:pt x="2592000" y="10692000"/>
                </a:moveTo>
                <a:lnTo>
                  <a:pt x="2592000" y="0"/>
                </a:lnTo>
              </a:path>
              <a:path w="3888104" h="10692130">
                <a:moveTo>
                  <a:pt x="3239999" y="10692000"/>
                </a:moveTo>
                <a:lnTo>
                  <a:pt x="3239999" y="0"/>
                </a:lnTo>
              </a:path>
              <a:path w="3888104" h="10692130">
                <a:moveTo>
                  <a:pt x="3887999" y="10692000"/>
                </a:moveTo>
                <a:lnTo>
                  <a:pt x="3887999" y="0"/>
                </a:lnTo>
              </a:path>
            </a:pathLst>
          </a:custGeom>
          <a:ln w="3810">
            <a:solidFill>
              <a:srgbClr val="2828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536000" y="108000"/>
            <a:ext cx="2592070" cy="10584180"/>
          </a:xfrm>
          <a:custGeom>
            <a:avLst/>
            <a:gdLst/>
            <a:ahLst/>
            <a:cxnLst/>
            <a:rect l="l" t="t" r="r" b="b"/>
            <a:pathLst>
              <a:path w="2592070" h="10584180">
                <a:moveTo>
                  <a:pt x="0" y="0"/>
                </a:moveTo>
                <a:lnTo>
                  <a:pt x="0" y="10583999"/>
                </a:lnTo>
              </a:path>
              <a:path w="2592070" h="10584180">
                <a:moveTo>
                  <a:pt x="647999" y="0"/>
                </a:moveTo>
                <a:lnTo>
                  <a:pt x="647999" y="10583999"/>
                </a:lnTo>
              </a:path>
              <a:path w="2592070" h="10584180">
                <a:moveTo>
                  <a:pt x="1295999" y="0"/>
                </a:moveTo>
                <a:lnTo>
                  <a:pt x="1295999" y="10583999"/>
                </a:lnTo>
              </a:path>
              <a:path w="2592070" h="10584180">
                <a:moveTo>
                  <a:pt x="1943999" y="0"/>
                </a:moveTo>
                <a:lnTo>
                  <a:pt x="1943999" y="10583999"/>
                </a:lnTo>
              </a:path>
              <a:path w="2592070" h="10584180">
                <a:moveTo>
                  <a:pt x="2591998" y="0"/>
                </a:moveTo>
                <a:lnTo>
                  <a:pt x="2591998" y="10583999"/>
                </a:lnTo>
              </a:path>
            </a:pathLst>
          </a:custGeom>
          <a:ln w="3809">
            <a:solidFill>
              <a:srgbClr val="2828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323999"/>
            <a:ext cx="7560309" cy="10368280"/>
          </a:xfrm>
          <a:custGeom>
            <a:avLst/>
            <a:gdLst/>
            <a:ahLst/>
            <a:cxnLst/>
            <a:rect l="l" t="t" r="r" b="b"/>
            <a:pathLst>
              <a:path w="7560309" h="10368280">
                <a:moveTo>
                  <a:pt x="0" y="10368000"/>
                </a:moveTo>
                <a:lnTo>
                  <a:pt x="7560000" y="10368000"/>
                </a:lnTo>
              </a:path>
              <a:path w="7560309" h="10368280">
                <a:moveTo>
                  <a:pt x="0" y="9720000"/>
                </a:moveTo>
                <a:lnTo>
                  <a:pt x="7560000" y="9720000"/>
                </a:lnTo>
              </a:path>
              <a:path w="7560309" h="10368280">
                <a:moveTo>
                  <a:pt x="0" y="9072001"/>
                </a:moveTo>
                <a:lnTo>
                  <a:pt x="7560000" y="9072001"/>
                </a:lnTo>
              </a:path>
              <a:path w="7560309" h="10368280">
                <a:moveTo>
                  <a:pt x="0" y="8424000"/>
                </a:moveTo>
                <a:lnTo>
                  <a:pt x="7560000" y="8424000"/>
                </a:lnTo>
              </a:path>
              <a:path w="7560309" h="10368280">
                <a:moveTo>
                  <a:pt x="0" y="7776000"/>
                </a:moveTo>
                <a:lnTo>
                  <a:pt x="7560000" y="7776000"/>
                </a:lnTo>
              </a:path>
              <a:path w="7560309" h="10368280">
                <a:moveTo>
                  <a:pt x="0" y="7128000"/>
                </a:moveTo>
                <a:lnTo>
                  <a:pt x="7560000" y="7128000"/>
                </a:lnTo>
              </a:path>
              <a:path w="7560309" h="10368280">
                <a:moveTo>
                  <a:pt x="0" y="6480001"/>
                </a:moveTo>
                <a:lnTo>
                  <a:pt x="7560000" y="6480001"/>
                </a:lnTo>
              </a:path>
              <a:path w="7560309" h="10368280">
                <a:moveTo>
                  <a:pt x="0" y="5832000"/>
                </a:moveTo>
                <a:lnTo>
                  <a:pt x="7560000" y="5832000"/>
                </a:lnTo>
              </a:path>
              <a:path w="7560309" h="10368280">
                <a:moveTo>
                  <a:pt x="0" y="5184000"/>
                </a:moveTo>
                <a:lnTo>
                  <a:pt x="7560000" y="5184000"/>
                </a:lnTo>
              </a:path>
              <a:path w="7560309" h="10368280">
                <a:moveTo>
                  <a:pt x="0" y="4536000"/>
                </a:moveTo>
                <a:lnTo>
                  <a:pt x="7560000" y="4536000"/>
                </a:lnTo>
              </a:path>
              <a:path w="7560309" h="10368280">
                <a:moveTo>
                  <a:pt x="0" y="3888000"/>
                </a:moveTo>
                <a:lnTo>
                  <a:pt x="7560000" y="3888000"/>
                </a:lnTo>
              </a:path>
              <a:path w="7560309" h="10368280">
                <a:moveTo>
                  <a:pt x="0" y="3240001"/>
                </a:moveTo>
                <a:lnTo>
                  <a:pt x="7560000" y="3240001"/>
                </a:lnTo>
              </a:path>
              <a:path w="7560309" h="10368280">
                <a:moveTo>
                  <a:pt x="0" y="2592000"/>
                </a:moveTo>
                <a:lnTo>
                  <a:pt x="7560000" y="2592000"/>
                </a:lnTo>
              </a:path>
              <a:path w="7560309" h="10368280">
                <a:moveTo>
                  <a:pt x="0" y="1944000"/>
                </a:moveTo>
                <a:lnTo>
                  <a:pt x="7560000" y="1944000"/>
                </a:lnTo>
              </a:path>
              <a:path w="7560309" h="10368280">
                <a:moveTo>
                  <a:pt x="0" y="1296000"/>
                </a:moveTo>
                <a:lnTo>
                  <a:pt x="7560000" y="1296000"/>
                </a:lnTo>
              </a:path>
              <a:path w="7560309" h="10368280">
                <a:moveTo>
                  <a:pt x="0" y="648000"/>
                </a:moveTo>
                <a:lnTo>
                  <a:pt x="7560000" y="648000"/>
                </a:lnTo>
              </a:path>
              <a:path w="7560309" h="10368280">
                <a:moveTo>
                  <a:pt x="0" y="0"/>
                </a:moveTo>
                <a:lnTo>
                  <a:pt x="7560000" y="0"/>
                </a:lnTo>
              </a:path>
            </a:pathLst>
          </a:custGeom>
          <a:ln w="3810">
            <a:solidFill>
              <a:srgbClr val="2828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0"/>
            <a:ext cx="4320540" cy="4320540"/>
          </a:xfrm>
          <a:custGeom>
            <a:avLst/>
            <a:gdLst/>
            <a:ahLst/>
            <a:cxnLst/>
            <a:rect l="l" t="t" r="r" b="b"/>
            <a:pathLst>
              <a:path w="4320540" h="4320540">
                <a:moveTo>
                  <a:pt x="4320000" y="0"/>
                </a:moveTo>
                <a:lnTo>
                  <a:pt x="0" y="0"/>
                </a:lnTo>
                <a:lnTo>
                  <a:pt x="0" y="4319999"/>
                </a:lnTo>
                <a:lnTo>
                  <a:pt x="48299" y="4319735"/>
                </a:lnTo>
                <a:lnTo>
                  <a:pt x="96473" y="4318943"/>
                </a:lnTo>
                <a:lnTo>
                  <a:pt x="144517" y="4317628"/>
                </a:lnTo>
                <a:lnTo>
                  <a:pt x="192429" y="4315790"/>
                </a:lnTo>
                <a:lnTo>
                  <a:pt x="240207" y="4313434"/>
                </a:lnTo>
                <a:lnTo>
                  <a:pt x="287847" y="4310562"/>
                </a:lnTo>
                <a:lnTo>
                  <a:pt x="335347" y="4307176"/>
                </a:lnTo>
                <a:lnTo>
                  <a:pt x="382704" y="4303280"/>
                </a:lnTo>
                <a:lnTo>
                  <a:pt x="429915" y="4298876"/>
                </a:lnTo>
                <a:lnTo>
                  <a:pt x="476977" y="4293967"/>
                </a:lnTo>
                <a:lnTo>
                  <a:pt x="523889" y="4288555"/>
                </a:lnTo>
                <a:lnTo>
                  <a:pt x="570647" y="4282644"/>
                </a:lnTo>
                <a:lnTo>
                  <a:pt x="617248" y="4276236"/>
                </a:lnTo>
                <a:lnTo>
                  <a:pt x="663689" y="4269334"/>
                </a:lnTo>
                <a:lnTo>
                  <a:pt x="709969" y="4261940"/>
                </a:lnTo>
                <a:lnTo>
                  <a:pt x="756083" y="4254058"/>
                </a:lnTo>
                <a:lnTo>
                  <a:pt x="802030" y="4245690"/>
                </a:lnTo>
                <a:lnTo>
                  <a:pt x="847807" y="4236838"/>
                </a:lnTo>
                <a:lnTo>
                  <a:pt x="893410" y="4227507"/>
                </a:lnTo>
                <a:lnTo>
                  <a:pt x="938838" y="4217697"/>
                </a:lnTo>
                <a:lnTo>
                  <a:pt x="984087" y="4207413"/>
                </a:lnTo>
                <a:lnTo>
                  <a:pt x="1029154" y="4196656"/>
                </a:lnTo>
                <a:lnTo>
                  <a:pt x="1074038" y="4185430"/>
                </a:lnTo>
                <a:lnTo>
                  <a:pt x="1118734" y="4173738"/>
                </a:lnTo>
                <a:lnTo>
                  <a:pt x="1163241" y="4161581"/>
                </a:lnTo>
                <a:lnTo>
                  <a:pt x="1207556" y="4148963"/>
                </a:lnTo>
                <a:lnTo>
                  <a:pt x="1251675" y="4135887"/>
                </a:lnTo>
                <a:lnTo>
                  <a:pt x="1295597" y="4122355"/>
                </a:lnTo>
                <a:lnTo>
                  <a:pt x="1339318" y="4108370"/>
                </a:lnTo>
                <a:lnTo>
                  <a:pt x="1382836" y="4093935"/>
                </a:lnTo>
                <a:lnTo>
                  <a:pt x="1426148" y="4079052"/>
                </a:lnTo>
                <a:lnTo>
                  <a:pt x="1469251" y="4063725"/>
                </a:lnTo>
                <a:lnTo>
                  <a:pt x="1512143" y="4047955"/>
                </a:lnTo>
                <a:lnTo>
                  <a:pt x="1554820" y="4031747"/>
                </a:lnTo>
                <a:lnTo>
                  <a:pt x="1597280" y="4015101"/>
                </a:lnTo>
                <a:lnTo>
                  <a:pt x="1639521" y="3998022"/>
                </a:lnTo>
                <a:lnTo>
                  <a:pt x="1681539" y="3980512"/>
                </a:lnTo>
                <a:lnTo>
                  <a:pt x="1723331" y="3962574"/>
                </a:lnTo>
                <a:lnTo>
                  <a:pt x="1764896" y="3944210"/>
                </a:lnTo>
                <a:lnTo>
                  <a:pt x="1806230" y="3925423"/>
                </a:lnTo>
                <a:lnTo>
                  <a:pt x="1847330" y="3906217"/>
                </a:lnTo>
                <a:lnTo>
                  <a:pt x="1888194" y="3886593"/>
                </a:lnTo>
                <a:lnTo>
                  <a:pt x="1928820" y="3866554"/>
                </a:lnTo>
                <a:lnTo>
                  <a:pt x="1969203" y="3846104"/>
                </a:lnTo>
                <a:lnTo>
                  <a:pt x="2009342" y="3825244"/>
                </a:lnTo>
                <a:lnTo>
                  <a:pt x="2049234" y="3803978"/>
                </a:lnTo>
                <a:lnTo>
                  <a:pt x="2088876" y="3782309"/>
                </a:lnTo>
                <a:lnTo>
                  <a:pt x="2128265" y="3760239"/>
                </a:lnTo>
                <a:lnTo>
                  <a:pt x="2167399" y="3737770"/>
                </a:lnTo>
                <a:lnTo>
                  <a:pt x="2206275" y="3714906"/>
                </a:lnTo>
                <a:lnTo>
                  <a:pt x="2244889" y="3691650"/>
                </a:lnTo>
                <a:lnTo>
                  <a:pt x="2283240" y="3668004"/>
                </a:lnTo>
                <a:lnTo>
                  <a:pt x="2321325" y="3643970"/>
                </a:lnTo>
                <a:lnTo>
                  <a:pt x="2359140" y="3619553"/>
                </a:lnTo>
                <a:lnTo>
                  <a:pt x="2396684" y="3594753"/>
                </a:lnTo>
                <a:lnTo>
                  <a:pt x="2433953" y="3569575"/>
                </a:lnTo>
                <a:lnTo>
                  <a:pt x="2470944" y="3544020"/>
                </a:lnTo>
                <a:lnTo>
                  <a:pt x="2507656" y="3518092"/>
                </a:lnTo>
                <a:lnTo>
                  <a:pt x="2544084" y="3491794"/>
                </a:lnTo>
                <a:lnTo>
                  <a:pt x="2580227" y="3465127"/>
                </a:lnTo>
                <a:lnTo>
                  <a:pt x="2616081" y="3438096"/>
                </a:lnTo>
                <a:lnTo>
                  <a:pt x="2651645" y="3410702"/>
                </a:lnTo>
                <a:lnTo>
                  <a:pt x="2686914" y="3382948"/>
                </a:lnTo>
                <a:lnTo>
                  <a:pt x="2721887" y="3354837"/>
                </a:lnTo>
                <a:lnTo>
                  <a:pt x="2756561" y="3326372"/>
                </a:lnTo>
                <a:lnTo>
                  <a:pt x="2790933" y="3297556"/>
                </a:lnTo>
                <a:lnTo>
                  <a:pt x="2824999" y="3268390"/>
                </a:lnTo>
                <a:lnTo>
                  <a:pt x="2858758" y="3238879"/>
                </a:lnTo>
                <a:lnTo>
                  <a:pt x="2892207" y="3209025"/>
                </a:lnTo>
                <a:lnTo>
                  <a:pt x="2925343" y="3178830"/>
                </a:lnTo>
                <a:lnTo>
                  <a:pt x="2958163" y="3148297"/>
                </a:lnTo>
                <a:lnTo>
                  <a:pt x="2990665" y="3117430"/>
                </a:lnTo>
                <a:lnTo>
                  <a:pt x="3022845" y="3086230"/>
                </a:lnTo>
                <a:lnTo>
                  <a:pt x="3054701" y="3054701"/>
                </a:lnTo>
                <a:lnTo>
                  <a:pt x="3086230" y="3022844"/>
                </a:lnTo>
                <a:lnTo>
                  <a:pt x="3117430" y="2990664"/>
                </a:lnTo>
                <a:lnTo>
                  <a:pt x="3148298" y="2958163"/>
                </a:lnTo>
                <a:lnTo>
                  <a:pt x="3178830" y="2925343"/>
                </a:lnTo>
                <a:lnTo>
                  <a:pt x="3209025" y="2892207"/>
                </a:lnTo>
                <a:lnTo>
                  <a:pt x="3238880" y="2858758"/>
                </a:lnTo>
                <a:lnTo>
                  <a:pt x="3268391" y="2824999"/>
                </a:lnTo>
                <a:lnTo>
                  <a:pt x="3297556" y="2790932"/>
                </a:lnTo>
                <a:lnTo>
                  <a:pt x="3326372" y="2756561"/>
                </a:lnTo>
                <a:lnTo>
                  <a:pt x="3354837" y="2721887"/>
                </a:lnTo>
                <a:lnTo>
                  <a:pt x="3382948" y="2686914"/>
                </a:lnTo>
                <a:lnTo>
                  <a:pt x="3410702" y="2651644"/>
                </a:lnTo>
                <a:lnTo>
                  <a:pt x="3438096" y="2616081"/>
                </a:lnTo>
                <a:lnTo>
                  <a:pt x="3465128" y="2580227"/>
                </a:lnTo>
                <a:lnTo>
                  <a:pt x="3491794" y="2544084"/>
                </a:lnTo>
                <a:lnTo>
                  <a:pt x="3518093" y="2507655"/>
                </a:lnTo>
                <a:lnTo>
                  <a:pt x="3544021" y="2470944"/>
                </a:lnTo>
                <a:lnTo>
                  <a:pt x="3569575" y="2433952"/>
                </a:lnTo>
                <a:lnTo>
                  <a:pt x="3594754" y="2396683"/>
                </a:lnTo>
                <a:lnTo>
                  <a:pt x="3619553" y="2359140"/>
                </a:lnTo>
                <a:lnTo>
                  <a:pt x="3643971" y="2321324"/>
                </a:lnTo>
                <a:lnTo>
                  <a:pt x="3668004" y="2283240"/>
                </a:lnTo>
                <a:lnTo>
                  <a:pt x="3691650" y="2244889"/>
                </a:lnTo>
                <a:lnTo>
                  <a:pt x="3714907" y="2206274"/>
                </a:lnTo>
                <a:lnTo>
                  <a:pt x="3737771" y="2167399"/>
                </a:lnTo>
                <a:lnTo>
                  <a:pt x="3760239" y="2128265"/>
                </a:lnTo>
                <a:lnTo>
                  <a:pt x="3782309" y="2088876"/>
                </a:lnTo>
                <a:lnTo>
                  <a:pt x="3803979" y="2049234"/>
                </a:lnTo>
                <a:lnTo>
                  <a:pt x="3825245" y="2009342"/>
                </a:lnTo>
                <a:lnTo>
                  <a:pt x="3846104" y="1969203"/>
                </a:lnTo>
                <a:lnTo>
                  <a:pt x="3866554" y="1928819"/>
                </a:lnTo>
                <a:lnTo>
                  <a:pt x="3886593" y="1888194"/>
                </a:lnTo>
                <a:lnTo>
                  <a:pt x="3906217" y="1847330"/>
                </a:lnTo>
                <a:lnTo>
                  <a:pt x="3925424" y="1806229"/>
                </a:lnTo>
                <a:lnTo>
                  <a:pt x="3944211" y="1764896"/>
                </a:lnTo>
                <a:lnTo>
                  <a:pt x="3962574" y="1723331"/>
                </a:lnTo>
                <a:lnTo>
                  <a:pt x="3980513" y="1681538"/>
                </a:lnTo>
                <a:lnTo>
                  <a:pt x="3998023" y="1639520"/>
                </a:lnTo>
                <a:lnTo>
                  <a:pt x="4015102" y="1597280"/>
                </a:lnTo>
                <a:lnTo>
                  <a:pt x="4031747" y="1554820"/>
                </a:lnTo>
                <a:lnTo>
                  <a:pt x="4047956" y="1512142"/>
                </a:lnTo>
                <a:lnTo>
                  <a:pt x="4063725" y="1469251"/>
                </a:lnTo>
                <a:lnTo>
                  <a:pt x="4079053" y="1426148"/>
                </a:lnTo>
                <a:lnTo>
                  <a:pt x="4093935" y="1382836"/>
                </a:lnTo>
                <a:lnTo>
                  <a:pt x="4108371" y="1339318"/>
                </a:lnTo>
                <a:lnTo>
                  <a:pt x="4122356" y="1295597"/>
                </a:lnTo>
                <a:lnTo>
                  <a:pt x="4135888" y="1251675"/>
                </a:lnTo>
                <a:lnTo>
                  <a:pt x="4148964" y="1207555"/>
                </a:lnTo>
                <a:lnTo>
                  <a:pt x="4161582" y="1163241"/>
                </a:lnTo>
                <a:lnTo>
                  <a:pt x="4173738" y="1118734"/>
                </a:lnTo>
                <a:lnTo>
                  <a:pt x="4185431" y="1074037"/>
                </a:lnTo>
                <a:lnTo>
                  <a:pt x="4196657" y="1029154"/>
                </a:lnTo>
                <a:lnTo>
                  <a:pt x="4207413" y="984086"/>
                </a:lnTo>
                <a:lnTo>
                  <a:pt x="4217698" y="938837"/>
                </a:lnTo>
                <a:lnTo>
                  <a:pt x="4227507" y="893410"/>
                </a:lnTo>
                <a:lnTo>
                  <a:pt x="4236839" y="847806"/>
                </a:lnTo>
                <a:lnTo>
                  <a:pt x="4245690" y="802030"/>
                </a:lnTo>
                <a:lnTo>
                  <a:pt x="4254058" y="756083"/>
                </a:lnTo>
                <a:lnTo>
                  <a:pt x="4261940" y="709968"/>
                </a:lnTo>
                <a:lnTo>
                  <a:pt x="4269334" y="663689"/>
                </a:lnTo>
                <a:lnTo>
                  <a:pt x="4276236" y="617247"/>
                </a:lnTo>
                <a:lnTo>
                  <a:pt x="4282644" y="570646"/>
                </a:lnTo>
                <a:lnTo>
                  <a:pt x="4288555" y="523889"/>
                </a:lnTo>
                <a:lnTo>
                  <a:pt x="4293967" y="476977"/>
                </a:lnTo>
                <a:lnTo>
                  <a:pt x="4298876" y="429914"/>
                </a:lnTo>
                <a:lnTo>
                  <a:pt x="4303280" y="382703"/>
                </a:lnTo>
                <a:lnTo>
                  <a:pt x="4307176" y="335346"/>
                </a:lnTo>
                <a:lnTo>
                  <a:pt x="4310562" y="287846"/>
                </a:lnTo>
                <a:lnTo>
                  <a:pt x="4313434" y="240206"/>
                </a:lnTo>
                <a:lnTo>
                  <a:pt x="4315791" y="192429"/>
                </a:lnTo>
                <a:lnTo>
                  <a:pt x="4317628" y="144517"/>
                </a:lnTo>
                <a:lnTo>
                  <a:pt x="4318944" y="96472"/>
                </a:lnTo>
                <a:lnTo>
                  <a:pt x="4319735" y="48299"/>
                </a:lnTo>
                <a:lnTo>
                  <a:pt x="4320000" y="0"/>
                </a:lnTo>
                <a:close/>
              </a:path>
            </a:pathLst>
          </a:custGeom>
          <a:solidFill>
            <a:srgbClr val="443DFF">
              <a:alpha val="107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0"/>
            <a:ext cx="3600450" cy="3600450"/>
          </a:xfrm>
          <a:custGeom>
            <a:avLst/>
            <a:gdLst/>
            <a:ahLst/>
            <a:cxnLst/>
            <a:rect l="l" t="t" r="r" b="b"/>
            <a:pathLst>
              <a:path w="3600450" h="3600450">
                <a:moveTo>
                  <a:pt x="3600000" y="0"/>
                </a:moveTo>
                <a:lnTo>
                  <a:pt x="0" y="0"/>
                </a:lnTo>
                <a:lnTo>
                  <a:pt x="0" y="3600000"/>
                </a:lnTo>
                <a:lnTo>
                  <a:pt x="48417" y="3599681"/>
                </a:lnTo>
                <a:lnTo>
                  <a:pt x="96682" y="3598726"/>
                </a:lnTo>
                <a:lnTo>
                  <a:pt x="144790" y="3597141"/>
                </a:lnTo>
                <a:lnTo>
                  <a:pt x="192736" y="3594928"/>
                </a:lnTo>
                <a:lnTo>
                  <a:pt x="240517" y="3592092"/>
                </a:lnTo>
                <a:lnTo>
                  <a:pt x="288129" y="3588637"/>
                </a:lnTo>
                <a:lnTo>
                  <a:pt x="335567" y="3584567"/>
                </a:lnTo>
                <a:lnTo>
                  <a:pt x="382829" y="3579885"/>
                </a:lnTo>
                <a:lnTo>
                  <a:pt x="429909" y="3574595"/>
                </a:lnTo>
                <a:lnTo>
                  <a:pt x="476804" y="3568703"/>
                </a:lnTo>
                <a:lnTo>
                  <a:pt x="523510" y="3562211"/>
                </a:lnTo>
                <a:lnTo>
                  <a:pt x="570023" y="3555123"/>
                </a:lnTo>
                <a:lnTo>
                  <a:pt x="616338" y="3547445"/>
                </a:lnTo>
                <a:lnTo>
                  <a:pt x="662453" y="3539178"/>
                </a:lnTo>
                <a:lnTo>
                  <a:pt x="708363" y="3530329"/>
                </a:lnTo>
                <a:lnTo>
                  <a:pt x="754063" y="3520899"/>
                </a:lnTo>
                <a:lnTo>
                  <a:pt x="799551" y="3510895"/>
                </a:lnTo>
                <a:lnTo>
                  <a:pt x="844821" y="3500319"/>
                </a:lnTo>
                <a:lnTo>
                  <a:pt x="889871" y="3489175"/>
                </a:lnTo>
                <a:lnTo>
                  <a:pt x="934696" y="3477468"/>
                </a:lnTo>
                <a:lnTo>
                  <a:pt x="979291" y="3465201"/>
                </a:lnTo>
                <a:lnTo>
                  <a:pt x="1023654" y="3452379"/>
                </a:lnTo>
                <a:lnTo>
                  <a:pt x="1067780" y="3439005"/>
                </a:lnTo>
                <a:lnTo>
                  <a:pt x="1111665" y="3425083"/>
                </a:lnTo>
                <a:lnTo>
                  <a:pt x="1155305" y="3410618"/>
                </a:lnTo>
                <a:lnTo>
                  <a:pt x="1198696" y="3395613"/>
                </a:lnTo>
                <a:lnTo>
                  <a:pt x="1241834" y="3380073"/>
                </a:lnTo>
                <a:lnTo>
                  <a:pt x="1284715" y="3364001"/>
                </a:lnTo>
                <a:lnTo>
                  <a:pt x="1327336" y="3347401"/>
                </a:lnTo>
                <a:lnTo>
                  <a:pt x="1369692" y="3330278"/>
                </a:lnTo>
                <a:lnTo>
                  <a:pt x="1411779" y="3312634"/>
                </a:lnTo>
                <a:lnTo>
                  <a:pt x="1453593" y="3294475"/>
                </a:lnTo>
                <a:lnTo>
                  <a:pt x="1495130" y="3275805"/>
                </a:lnTo>
                <a:lnTo>
                  <a:pt x="1536387" y="3256626"/>
                </a:lnTo>
                <a:lnTo>
                  <a:pt x="1577359" y="3236944"/>
                </a:lnTo>
                <a:lnTo>
                  <a:pt x="1618042" y="3216762"/>
                </a:lnTo>
                <a:lnTo>
                  <a:pt x="1658433" y="3196084"/>
                </a:lnTo>
                <a:lnTo>
                  <a:pt x="1698527" y="3174914"/>
                </a:lnTo>
                <a:lnTo>
                  <a:pt x="1738320" y="3153257"/>
                </a:lnTo>
                <a:lnTo>
                  <a:pt x="1777809" y="3131115"/>
                </a:lnTo>
                <a:lnTo>
                  <a:pt x="1816989" y="3108494"/>
                </a:lnTo>
                <a:lnTo>
                  <a:pt x="1855856" y="3085397"/>
                </a:lnTo>
                <a:lnTo>
                  <a:pt x="1894407" y="3061828"/>
                </a:lnTo>
                <a:lnTo>
                  <a:pt x="1932637" y="3037790"/>
                </a:lnTo>
                <a:lnTo>
                  <a:pt x="1970543" y="3013289"/>
                </a:lnTo>
                <a:lnTo>
                  <a:pt x="2008120" y="2988328"/>
                </a:lnTo>
                <a:lnTo>
                  <a:pt x="2045365" y="2962911"/>
                </a:lnTo>
                <a:lnTo>
                  <a:pt x="2082273" y="2937042"/>
                </a:lnTo>
                <a:lnTo>
                  <a:pt x="2118841" y="2910725"/>
                </a:lnTo>
                <a:lnTo>
                  <a:pt x="2155064" y="2883964"/>
                </a:lnTo>
                <a:lnTo>
                  <a:pt x="2190939" y="2856763"/>
                </a:lnTo>
                <a:lnTo>
                  <a:pt x="2226461" y="2829126"/>
                </a:lnTo>
                <a:lnTo>
                  <a:pt x="2261627" y="2801056"/>
                </a:lnTo>
                <a:lnTo>
                  <a:pt x="2296433" y="2772559"/>
                </a:lnTo>
                <a:lnTo>
                  <a:pt x="2330874" y="2743637"/>
                </a:lnTo>
                <a:lnTo>
                  <a:pt x="2364947" y="2714296"/>
                </a:lnTo>
                <a:lnTo>
                  <a:pt x="2398647" y="2684538"/>
                </a:lnTo>
                <a:lnTo>
                  <a:pt x="2431971" y="2654368"/>
                </a:lnTo>
                <a:lnTo>
                  <a:pt x="2464915" y="2623789"/>
                </a:lnTo>
                <a:lnTo>
                  <a:pt x="2497474" y="2592807"/>
                </a:lnTo>
                <a:lnTo>
                  <a:pt x="2529646" y="2561424"/>
                </a:lnTo>
                <a:lnTo>
                  <a:pt x="2561425" y="2529645"/>
                </a:lnTo>
                <a:lnTo>
                  <a:pt x="2592807" y="2497474"/>
                </a:lnTo>
                <a:lnTo>
                  <a:pt x="2623790" y="2464914"/>
                </a:lnTo>
                <a:lnTo>
                  <a:pt x="2654368" y="2431971"/>
                </a:lnTo>
                <a:lnTo>
                  <a:pt x="2684538" y="2398647"/>
                </a:lnTo>
                <a:lnTo>
                  <a:pt x="2714296" y="2364946"/>
                </a:lnTo>
                <a:lnTo>
                  <a:pt x="2743638" y="2330873"/>
                </a:lnTo>
                <a:lnTo>
                  <a:pt x="2772559" y="2296432"/>
                </a:lnTo>
                <a:lnTo>
                  <a:pt x="2801057" y="2261627"/>
                </a:lnTo>
                <a:lnTo>
                  <a:pt x="2829126" y="2226461"/>
                </a:lnTo>
                <a:lnTo>
                  <a:pt x="2856763" y="2190938"/>
                </a:lnTo>
                <a:lnTo>
                  <a:pt x="2883964" y="2155064"/>
                </a:lnTo>
                <a:lnTo>
                  <a:pt x="2910726" y="2118840"/>
                </a:lnTo>
                <a:lnTo>
                  <a:pt x="2937043" y="2082273"/>
                </a:lnTo>
                <a:lnTo>
                  <a:pt x="2962912" y="2045365"/>
                </a:lnTo>
                <a:lnTo>
                  <a:pt x="2988329" y="2008120"/>
                </a:lnTo>
                <a:lnTo>
                  <a:pt x="3013290" y="1970543"/>
                </a:lnTo>
                <a:lnTo>
                  <a:pt x="3037791" y="1932637"/>
                </a:lnTo>
                <a:lnTo>
                  <a:pt x="3061828" y="1894407"/>
                </a:lnTo>
                <a:lnTo>
                  <a:pt x="3085397" y="1855856"/>
                </a:lnTo>
                <a:lnTo>
                  <a:pt x="3108494" y="1816988"/>
                </a:lnTo>
                <a:lnTo>
                  <a:pt x="3131116" y="1777808"/>
                </a:lnTo>
                <a:lnTo>
                  <a:pt x="3153257" y="1738320"/>
                </a:lnTo>
                <a:lnTo>
                  <a:pt x="3174915" y="1698526"/>
                </a:lnTo>
                <a:lnTo>
                  <a:pt x="3196084" y="1658432"/>
                </a:lnTo>
                <a:lnTo>
                  <a:pt x="3216762" y="1618042"/>
                </a:lnTo>
                <a:lnTo>
                  <a:pt x="3236944" y="1577359"/>
                </a:lnTo>
                <a:lnTo>
                  <a:pt x="3256627" y="1536387"/>
                </a:lnTo>
                <a:lnTo>
                  <a:pt x="3275805" y="1495130"/>
                </a:lnTo>
                <a:lnTo>
                  <a:pt x="3294476" y="1453592"/>
                </a:lnTo>
                <a:lnTo>
                  <a:pt x="3312635" y="1411778"/>
                </a:lnTo>
                <a:lnTo>
                  <a:pt x="3330278" y="1369691"/>
                </a:lnTo>
                <a:lnTo>
                  <a:pt x="3347401" y="1327335"/>
                </a:lnTo>
                <a:lnTo>
                  <a:pt x="3364001" y="1284715"/>
                </a:lnTo>
                <a:lnTo>
                  <a:pt x="3380073" y="1241833"/>
                </a:lnTo>
                <a:lnTo>
                  <a:pt x="3395614" y="1198695"/>
                </a:lnTo>
                <a:lnTo>
                  <a:pt x="3410619" y="1155304"/>
                </a:lnTo>
                <a:lnTo>
                  <a:pt x="3425084" y="1111664"/>
                </a:lnTo>
                <a:lnTo>
                  <a:pt x="3439005" y="1067779"/>
                </a:lnTo>
                <a:lnTo>
                  <a:pt x="3452379" y="1023654"/>
                </a:lnTo>
                <a:lnTo>
                  <a:pt x="3465201" y="979291"/>
                </a:lnTo>
                <a:lnTo>
                  <a:pt x="3477468" y="934695"/>
                </a:lnTo>
                <a:lnTo>
                  <a:pt x="3489175" y="889871"/>
                </a:lnTo>
                <a:lnTo>
                  <a:pt x="3500319" y="844821"/>
                </a:lnTo>
                <a:lnTo>
                  <a:pt x="3510895" y="799551"/>
                </a:lnTo>
                <a:lnTo>
                  <a:pt x="3520900" y="754063"/>
                </a:lnTo>
                <a:lnTo>
                  <a:pt x="3530329" y="708362"/>
                </a:lnTo>
                <a:lnTo>
                  <a:pt x="3539179" y="662453"/>
                </a:lnTo>
                <a:lnTo>
                  <a:pt x="3547445" y="616338"/>
                </a:lnTo>
                <a:lnTo>
                  <a:pt x="3555124" y="570022"/>
                </a:lnTo>
                <a:lnTo>
                  <a:pt x="3562211" y="523510"/>
                </a:lnTo>
                <a:lnTo>
                  <a:pt x="3568703" y="476804"/>
                </a:lnTo>
                <a:lnTo>
                  <a:pt x="3574596" y="429908"/>
                </a:lnTo>
                <a:lnTo>
                  <a:pt x="3579885" y="382828"/>
                </a:lnTo>
                <a:lnTo>
                  <a:pt x="3584567" y="335567"/>
                </a:lnTo>
                <a:lnTo>
                  <a:pt x="3588637" y="288128"/>
                </a:lnTo>
                <a:lnTo>
                  <a:pt x="3592093" y="240516"/>
                </a:lnTo>
                <a:lnTo>
                  <a:pt x="3594929" y="192736"/>
                </a:lnTo>
                <a:lnTo>
                  <a:pt x="3597141" y="144789"/>
                </a:lnTo>
                <a:lnTo>
                  <a:pt x="3598727" y="96682"/>
                </a:lnTo>
                <a:lnTo>
                  <a:pt x="3599681" y="48417"/>
                </a:lnTo>
                <a:lnTo>
                  <a:pt x="3600000" y="0"/>
                </a:lnTo>
                <a:close/>
              </a:path>
            </a:pathLst>
          </a:custGeom>
          <a:solidFill>
            <a:srgbClr val="443DFF">
              <a:alpha val="8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0" y="0"/>
            <a:ext cx="2880360" cy="2880360"/>
          </a:xfrm>
          <a:custGeom>
            <a:avLst/>
            <a:gdLst/>
            <a:ahLst/>
            <a:cxnLst/>
            <a:rect l="l" t="t" r="r" b="b"/>
            <a:pathLst>
              <a:path w="2880360" h="2880360">
                <a:moveTo>
                  <a:pt x="2880000" y="0"/>
                </a:moveTo>
                <a:lnTo>
                  <a:pt x="0" y="0"/>
                </a:lnTo>
                <a:lnTo>
                  <a:pt x="0" y="2880000"/>
                </a:lnTo>
                <a:lnTo>
                  <a:pt x="48106" y="2879606"/>
                </a:lnTo>
                <a:lnTo>
                  <a:pt x="96021" y="2878429"/>
                </a:lnTo>
                <a:lnTo>
                  <a:pt x="143741" y="2876475"/>
                </a:lnTo>
                <a:lnTo>
                  <a:pt x="191257" y="2873750"/>
                </a:lnTo>
                <a:lnTo>
                  <a:pt x="238565" y="2870260"/>
                </a:lnTo>
                <a:lnTo>
                  <a:pt x="285657" y="2866011"/>
                </a:lnTo>
                <a:lnTo>
                  <a:pt x="332529" y="2861010"/>
                </a:lnTo>
                <a:lnTo>
                  <a:pt x="379173" y="2855262"/>
                </a:lnTo>
                <a:lnTo>
                  <a:pt x="425585" y="2848773"/>
                </a:lnTo>
                <a:lnTo>
                  <a:pt x="471757" y="2841550"/>
                </a:lnTo>
                <a:lnTo>
                  <a:pt x="517683" y="2833599"/>
                </a:lnTo>
                <a:lnTo>
                  <a:pt x="563358" y="2824926"/>
                </a:lnTo>
                <a:lnTo>
                  <a:pt x="608775" y="2815536"/>
                </a:lnTo>
                <a:lnTo>
                  <a:pt x="653928" y="2805437"/>
                </a:lnTo>
                <a:lnTo>
                  <a:pt x="698812" y="2794634"/>
                </a:lnTo>
                <a:lnTo>
                  <a:pt x="743419" y="2783133"/>
                </a:lnTo>
                <a:lnTo>
                  <a:pt x="787744" y="2770941"/>
                </a:lnTo>
                <a:lnTo>
                  <a:pt x="831781" y="2758063"/>
                </a:lnTo>
                <a:lnTo>
                  <a:pt x="875524" y="2744506"/>
                </a:lnTo>
                <a:lnTo>
                  <a:pt x="918966" y="2730276"/>
                </a:lnTo>
                <a:lnTo>
                  <a:pt x="962102" y="2715378"/>
                </a:lnTo>
                <a:lnTo>
                  <a:pt x="1004925" y="2699820"/>
                </a:lnTo>
                <a:lnTo>
                  <a:pt x="1047429" y="2683606"/>
                </a:lnTo>
                <a:lnTo>
                  <a:pt x="1089608" y="2666744"/>
                </a:lnTo>
                <a:lnTo>
                  <a:pt x="1131456" y="2649239"/>
                </a:lnTo>
                <a:lnTo>
                  <a:pt x="1172967" y="2631097"/>
                </a:lnTo>
                <a:lnTo>
                  <a:pt x="1214135" y="2612325"/>
                </a:lnTo>
                <a:lnTo>
                  <a:pt x="1254953" y="2592929"/>
                </a:lnTo>
                <a:lnTo>
                  <a:pt x="1295416" y="2572914"/>
                </a:lnTo>
                <a:lnTo>
                  <a:pt x="1335517" y="2552287"/>
                </a:lnTo>
                <a:lnTo>
                  <a:pt x="1375251" y="2531055"/>
                </a:lnTo>
                <a:lnTo>
                  <a:pt x="1414611" y="2509222"/>
                </a:lnTo>
                <a:lnTo>
                  <a:pt x="1453591" y="2486795"/>
                </a:lnTo>
                <a:lnTo>
                  <a:pt x="1492185" y="2463781"/>
                </a:lnTo>
                <a:lnTo>
                  <a:pt x="1530386" y="2440185"/>
                </a:lnTo>
                <a:lnTo>
                  <a:pt x="1568190" y="2416014"/>
                </a:lnTo>
                <a:lnTo>
                  <a:pt x="1605589" y="2391273"/>
                </a:lnTo>
                <a:lnTo>
                  <a:pt x="1642577" y="2365969"/>
                </a:lnTo>
                <a:lnTo>
                  <a:pt x="1679149" y="2340108"/>
                </a:lnTo>
                <a:lnTo>
                  <a:pt x="1715299" y="2313696"/>
                </a:lnTo>
                <a:lnTo>
                  <a:pt x="1751019" y="2286739"/>
                </a:lnTo>
                <a:lnTo>
                  <a:pt x="1786305" y="2259243"/>
                </a:lnTo>
                <a:lnTo>
                  <a:pt x="1821150" y="2231215"/>
                </a:lnTo>
                <a:lnTo>
                  <a:pt x="1855547" y="2202660"/>
                </a:lnTo>
                <a:lnTo>
                  <a:pt x="1889491" y="2173584"/>
                </a:lnTo>
                <a:lnTo>
                  <a:pt x="1922976" y="2143994"/>
                </a:lnTo>
                <a:lnTo>
                  <a:pt x="1955995" y="2113896"/>
                </a:lnTo>
                <a:lnTo>
                  <a:pt x="1988543" y="2083296"/>
                </a:lnTo>
                <a:lnTo>
                  <a:pt x="2020613" y="2052200"/>
                </a:lnTo>
                <a:lnTo>
                  <a:pt x="2052199" y="2020613"/>
                </a:lnTo>
                <a:lnTo>
                  <a:pt x="2083296" y="1988543"/>
                </a:lnTo>
                <a:lnTo>
                  <a:pt x="2113896" y="1955995"/>
                </a:lnTo>
                <a:lnTo>
                  <a:pt x="2143994" y="1922976"/>
                </a:lnTo>
                <a:lnTo>
                  <a:pt x="2173584" y="1889491"/>
                </a:lnTo>
                <a:lnTo>
                  <a:pt x="2202660" y="1855547"/>
                </a:lnTo>
                <a:lnTo>
                  <a:pt x="2231215" y="1821150"/>
                </a:lnTo>
                <a:lnTo>
                  <a:pt x="2259243" y="1786305"/>
                </a:lnTo>
                <a:lnTo>
                  <a:pt x="2286739" y="1751019"/>
                </a:lnTo>
                <a:lnTo>
                  <a:pt x="2313696" y="1715299"/>
                </a:lnTo>
                <a:lnTo>
                  <a:pt x="2340108" y="1679150"/>
                </a:lnTo>
                <a:lnTo>
                  <a:pt x="2365969" y="1642578"/>
                </a:lnTo>
                <a:lnTo>
                  <a:pt x="2391273" y="1605589"/>
                </a:lnTo>
                <a:lnTo>
                  <a:pt x="2416014" y="1568190"/>
                </a:lnTo>
                <a:lnTo>
                  <a:pt x="2440185" y="1530386"/>
                </a:lnTo>
                <a:lnTo>
                  <a:pt x="2463781" y="1492185"/>
                </a:lnTo>
                <a:lnTo>
                  <a:pt x="2486795" y="1453591"/>
                </a:lnTo>
                <a:lnTo>
                  <a:pt x="2509222" y="1414611"/>
                </a:lnTo>
                <a:lnTo>
                  <a:pt x="2531055" y="1375251"/>
                </a:lnTo>
                <a:lnTo>
                  <a:pt x="2552288" y="1335518"/>
                </a:lnTo>
                <a:lnTo>
                  <a:pt x="2572914" y="1295416"/>
                </a:lnTo>
                <a:lnTo>
                  <a:pt x="2592929" y="1254953"/>
                </a:lnTo>
                <a:lnTo>
                  <a:pt x="2612325" y="1214135"/>
                </a:lnTo>
                <a:lnTo>
                  <a:pt x="2631098" y="1172967"/>
                </a:lnTo>
                <a:lnTo>
                  <a:pt x="2649239" y="1131456"/>
                </a:lnTo>
                <a:lnTo>
                  <a:pt x="2666744" y="1089608"/>
                </a:lnTo>
                <a:lnTo>
                  <a:pt x="2683606" y="1047429"/>
                </a:lnTo>
                <a:lnTo>
                  <a:pt x="2699820" y="1004925"/>
                </a:lnTo>
                <a:lnTo>
                  <a:pt x="2715378" y="962102"/>
                </a:lnTo>
                <a:lnTo>
                  <a:pt x="2730276" y="918966"/>
                </a:lnTo>
                <a:lnTo>
                  <a:pt x="2744506" y="875524"/>
                </a:lnTo>
                <a:lnTo>
                  <a:pt x="2758064" y="831782"/>
                </a:lnTo>
                <a:lnTo>
                  <a:pt x="2770941" y="787745"/>
                </a:lnTo>
                <a:lnTo>
                  <a:pt x="2783134" y="743419"/>
                </a:lnTo>
                <a:lnTo>
                  <a:pt x="2794634" y="698812"/>
                </a:lnTo>
                <a:lnTo>
                  <a:pt x="2805438" y="653928"/>
                </a:lnTo>
                <a:lnTo>
                  <a:pt x="2815537" y="608775"/>
                </a:lnTo>
                <a:lnTo>
                  <a:pt x="2824926" y="563358"/>
                </a:lnTo>
                <a:lnTo>
                  <a:pt x="2833599" y="517683"/>
                </a:lnTo>
                <a:lnTo>
                  <a:pt x="2841551" y="471757"/>
                </a:lnTo>
                <a:lnTo>
                  <a:pt x="2848773" y="425585"/>
                </a:lnTo>
                <a:lnTo>
                  <a:pt x="2855262" y="379173"/>
                </a:lnTo>
                <a:lnTo>
                  <a:pt x="2861010" y="332529"/>
                </a:lnTo>
                <a:lnTo>
                  <a:pt x="2866012" y="285657"/>
                </a:lnTo>
                <a:lnTo>
                  <a:pt x="2870260" y="238564"/>
                </a:lnTo>
                <a:lnTo>
                  <a:pt x="2873750" y="191257"/>
                </a:lnTo>
                <a:lnTo>
                  <a:pt x="2876475" y="143740"/>
                </a:lnTo>
                <a:lnTo>
                  <a:pt x="2878430" y="96021"/>
                </a:lnTo>
                <a:lnTo>
                  <a:pt x="2879606" y="48105"/>
                </a:lnTo>
                <a:lnTo>
                  <a:pt x="2880000" y="0"/>
                </a:lnTo>
                <a:close/>
              </a:path>
            </a:pathLst>
          </a:custGeom>
          <a:solidFill>
            <a:srgbClr val="443DFF">
              <a:alpha val="7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0" y="0"/>
            <a:ext cx="2160270" cy="2160270"/>
          </a:xfrm>
          <a:custGeom>
            <a:avLst/>
            <a:gdLst/>
            <a:ahLst/>
            <a:cxnLst/>
            <a:rect l="l" t="t" r="r" b="b"/>
            <a:pathLst>
              <a:path w="2160270" h="2160270">
                <a:moveTo>
                  <a:pt x="2159999" y="0"/>
                </a:moveTo>
                <a:lnTo>
                  <a:pt x="0" y="0"/>
                </a:lnTo>
                <a:lnTo>
                  <a:pt x="0" y="2160000"/>
                </a:lnTo>
                <a:lnTo>
                  <a:pt x="48236" y="2159472"/>
                </a:lnTo>
                <a:lnTo>
                  <a:pt x="96214" y="2157895"/>
                </a:lnTo>
                <a:lnTo>
                  <a:pt x="143923" y="2155281"/>
                </a:lnTo>
                <a:lnTo>
                  <a:pt x="191351" y="2151640"/>
                </a:lnTo>
                <a:lnTo>
                  <a:pt x="238488" y="2146983"/>
                </a:lnTo>
                <a:lnTo>
                  <a:pt x="285323" y="2141322"/>
                </a:lnTo>
                <a:lnTo>
                  <a:pt x="331844" y="2134667"/>
                </a:lnTo>
                <a:lnTo>
                  <a:pt x="378041" y="2127029"/>
                </a:lnTo>
                <a:lnTo>
                  <a:pt x="423903" y="2118419"/>
                </a:lnTo>
                <a:lnTo>
                  <a:pt x="469418" y="2108849"/>
                </a:lnTo>
                <a:lnTo>
                  <a:pt x="514577" y="2098328"/>
                </a:lnTo>
                <a:lnTo>
                  <a:pt x="559367" y="2086869"/>
                </a:lnTo>
                <a:lnTo>
                  <a:pt x="603778" y="2074482"/>
                </a:lnTo>
                <a:lnTo>
                  <a:pt x="647798" y="2061178"/>
                </a:lnTo>
                <a:lnTo>
                  <a:pt x="691418" y="2046968"/>
                </a:lnTo>
                <a:lnTo>
                  <a:pt x="734625" y="2031863"/>
                </a:lnTo>
                <a:lnTo>
                  <a:pt x="777410" y="2015873"/>
                </a:lnTo>
                <a:lnTo>
                  <a:pt x="819760" y="1999011"/>
                </a:lnTo>
                <a:lnTo>
                  <a:pt x="861665" y="1981287"/>
                </a:lnTo>
                <a:lnTo>
                  <a:pt x="903114" y="1962712"/>
                </a:lnTo>
                <a:lnTo>
                  <a:pt x="944097" y="1943296"/>
                </a:lnTo>
                <a:lnTo>
                  <a:pt x="984601" y="1923052"/>
                </a:lnTo>
                <a:lnTo>
                  <a:pt x="1024617" y="1901989"/>
                </a:lnTo>
                <a:lnTo>
                  <a:pt x="1064132" y="1880119"/>
                </a:lnTo>
                <a:lnTo>
                  <a:pt x="1103137" y="1857453"/>
                </a:lnTo>
                <a:lnTo>
                  <a:pt x="1141620" y="1834002"/>
                </a:lnTo>
                <a:lnTo>
                  <a:pt x="1179570" y="1809776"/>
                </a:lnTo>
                <a:lnTo>
                  <a:pt x="1216976" y="1784787"/>
                </a:lnTo>
                <a:lnTo>
                  <a:pt x="1253827" y="1759046"/>
                </a:lnTo>
                <a:lnTo>
                  <a:pt x="1290113" y="1732564"/>
                </a:lnTo>
                <a:lnTo>
                  <a:pt x="1325822" y="1705351"/>
                </a:lnTo>
                <a:lnTo>
                  <a:pt x="1360943" y="1677418"/>
                </a:lnTo>
                <a:lnTo>
                  <a:pt x="1395466" y="1648778"/>
                </a:lnTo>
                <a:lnTo>
                  <a:pt x="1429379" y="1619440"/>
                </a:lnTo>
                <a:lnTo>
                  <a:pt x="1462671" y="1589415"/>
                </a:lnTo>
                <a:lnTo>
                  <a:pt x="1495332" y="1558715"/>
                </a:lnTo>
                <a:lnTo>
                  <a:pt x="1527350" y="1527350"/>
                </a:lnTo>
                <a:lnTo>
                  <a:pt x="1558714" y="1495332"/>
                </a:lnTo>
                <a:lnTo>
                  <a:pt x="1589415" y="1462671"/>
                </a:lnTo>
                <a:lnTo>
                  <a:pt x="1619439" y="1429379"/>
                </a:lnTo>
                <a:lnTo>
                  <a:pt x="1648777" y="1395466"/>
                </a:lnTo>
                <a:lnTo>
                  <a:pt x="1677418" y="1360943"/>
                </a:lnTo>
                <a:lnTo>
                  <a:pt x="1705350" y="1325822"/>
                </a:lnTo>
                <a:lnTo>
                  <a:pt x="1732563" y="1290113"/>
                </a:lnTo>
                <a:lnTo>
                  <a:pt x="1759046" y="1253827"/>
                </a:lnTo>
                <a:lnTo>
                  <a:pt x="1784787" y="1216976"/>
                </a:lnTo>
                <a:lnTo>
                  <a:pt x="1809776" y="1179570"/>
                </a:lnTo>
                <a:lnTo>
                  <a:pt x="1834001" y="1141620"/>
                </a:lnTo>
                <a:lnTo>
                  <a:pt x="1857453" y="1103137"/>
                </a:lnTo>
                <a:lnTo>
                  <a:pt x="1880119" y="1064132"/>
                </a:lnTo>
                <a:lnTo>
                  <a:pt x="1901989" y="1024617"/>
                </a:lnTo>
                <a:lnTo>
                  <a:pt x="1923051" y="984601"/>
                </a:lnTo>
                <a:lnTo>
                  <a:pt x="1943296" y="944097"/>
                </a:lnTo>
                <a:lnTo>
                  <a:pt x="1962711" y="903114"/>
                </a:lnTo>
                <a:lnTo>
                  <a:pt x="1981286" y="861665"/>
                </a:lnTo>
                <a:lnTo>
                  <a:pt x="1999011" y="819760"/>
                </a:lnTo>
                <a:lnTo>
                  <a:pt x="2015873" y="777409"/>
                </a:lnTo>
                <a:lnTo>
                  <a:pt x="2031862" y="734625"/>
                </a:lnTo>
                <a:lnTo>
                  <a:pt x="2046967" y="691418"/>
                </a:lnTo>
                <a:lnTo>
                  <a:pt x="2061177" y="647798"/>
                </a:lnTo>
                <a:lnTo>
                  <a:pt x="2074481" y="603777"/>
                </a:lnTo>
                <a:lnTo>
                  <a:pt x="2086868" y="559366"/>
                </a:lnTo>
                <a:lnTo>
                  <a:pt x="2098328" y="514576"/>
                </a:lnTo>
                <a:lnTo>
                  <a:pt x="2108848" y="469418"/>
                </a:lnTo>
                <a:lnTo>
                  <a:pt x="2118418" y="423903"/>
                </a:lnTo>
                <a:lnTo>
                  <a:pt x="2127028" y="378041"/>
                </a:lnTo>
                <a:lnTo>
                  <a:pt x="2134666" y="331844"/>
                </a:lnTo>
                <a:lnTo>
                  <a:pt x="2141321" y="285323"/>
                </a:lnTo>
                <a:lnTo>
                  <a:pt x="2146983" y="238488"/>
                </a:lnTo>
                <a:lnTo>
                  <a:pt x="2151639" y="191351"/>
                </a:lnTo>
                <a:lnTo>
                  <a:pt x="2155280" y="143923"/>
                </a:lnTo>
                <a:lnTo>
                  <a:pt x="2157894" y="96214"/>
                </a:lnTo>
                <a:lnTo>
                  <a:pt x="2159471" y="48236"/>
                </a:lnTo>
                <a:lnTo>
                  <a:pt x="2159999" y="0"/>
                </a:lnTo>
                <a:close/>
              </a:path>
            </a:pathLst>
          </a:custGeom>
          <a:solidFill>
            <a:srgbClr val="443DFF">
              <a:alpha val="53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0"/>
            <a:ext cx="1440180" cy="1440180"/>
          </a:xfrm>
          <a:custGeom>
            <a:avLst/>
            <a:gdLst/>
            <a:ahLst/>
            <a:cxnLst/>
            <a:rect l="l" t="t" r="r" b="b"/>
            <a:pathLst>
              <a:path w="1440180" h="1440180">
                <a:moveTo>
                  <a:pt x="1439999" y="0"/>
                </a:moveTo>
                <a:lnTo>
                  <a:pt x="0" y="0"/>
                </a:lnTo>
                <a:lnTo>
                  <a:pt x="0" y="1440000"/>
                </a:lnTo>
                <a:lnTo>
                  <a:pt x="48498" y="1439199"/>
                </a:lnTo>
                <a:lnTo>
                  <a:pt x="96596" y="1436811"/>
                </a:lnTo>
                <a:lnTo>
                  <a:pt x="144266" y="1432863"/>
                </a:lnTo>
                <a:lnTo>
                  <a:pt x="191485" y="1427380"/>
                </a:lnTo>
                <a:lnTo>
                  <a:pt x="238227" y="1420386"/>
                </a:lnTo>
                <a:lnTo>
                  <a:pt x="284466" y="1411907"/>
                </a:lnTo>
                <a:lnTo>
                  <a:pt x="330178" y="1401969"/>
                </a:lnTo>
                <a:lnTo>
                  <a:pt x="375337" y="1390595"/>
                </a:lnTo>
                <a:lnTo>
                  <a:pt x="419919" y="1377812"/>
                </a:lnTo>
                <a:lnTo>
                  <a:pt x="463897" y="1363645"/>
                </a:lnTo>
                <a:lnTo>
                  <a:pt x="507247" y="1348118"/>
                </a:lnTo>
                <a:lnTo>
                  <a:pt x="549943" y="1331258"/>
                </a:lnTo>
                <a:lnTo>
                  <a:pt x="591961" y="1313089"/>
                </a:lnTo>
                <a:lnTo>
                  <a:pt x="633275" y="1293637"/>
                </a:lnTo>
                <a:lnTo>
                  <a:pt x="673860" y="1272926"/>
                </a:lnTo>
                <a:lnTo>
                  <a:pt x="713690" y="1250982"/>
                </a:lnTo>
                <a:lnTo>
                  <a:pt x="752741" y="1227830"/>
                </a:lnTo>
                <a:lnTo>
                  <a:pt x="790987" y="1203496"/>
                </a:lnTo>
                <a:lnTo>
                  <a:pt x="828404" y="1178004"/>
                </a:lnTo>
                <a:lnTo>
                  <a:pt x="864965" y="1151379"/>
                </a:lnTo>
                <a:lnTo>
                  <a:pt x="900646" y="1123648"/>
                </a:lnTo>
                <a:lnTo>
                  <a:pt x="935421" y="1094835"/>
                </a:lnTo>
                <a:lnTo>
                  <a:pt x="969266" y="1064965"/>
                </a:lnTo>
                <a:lnTo>
                  <a:pt x="1002155" y="1034063"/>
                </a:lnTo>
                <a:lnTo>
                  <a:pt x="1034063" y="1002155"/>
                </a:lnTo>
                <a:lnTo>
                  <a:pt x="1064964" y="969267"/>
                </a:lnTo>
                <a:lnTo>
                  <a:pt x="1094834" y="935422"/>
                </a:lnTo>
                <a:lnTo>
                  <a:pt x="1123647" y="900646"/>
                </a:lnTo>
                <a:lnTo>
                  <a:pt x="1151379" y="864965"/>
                </a:lnTo>
                <a:lnTo>
                  <a:pt x="1178003" y="828404"/>
                </a:lnTo>
                <a:lnTo>
                  <a:pt x="1203495" y="790988"/>
                </a:lnTo>
                <a:lnTo>
                  <a:pt x="1227830" y="752741"/>
                </a:lnTo>
                <a:lnTo>
                  <a:pt x="1250981" y="713690"/>
                </a:lnTo>
                <a:lnTo>
                  <a:pt x="1272925" y="673860"/>
                </a:lnTo>
                <a:lnTo>
                  <a:pt x="1293636" y="633275"/>
                </a:lnTo>
                <a:lnTo>
                  <a:pt x="1313088" y="591961"/>
                </a:lnTo>
                <a:lnTo>
                  <a:pt x="1331257" y="549943"/>
                </a:lnTo>
                <a:lnTo>
                  <a:pt x="1348118" y="507247"/>
                </a:lnTo>
                <a:lnTo>
                  <a:pt x="1363644" y="463897"/>
                </a:lnTo>
                <a:lnTo>
                  <a:pt x="1377811" y="419919"/>
                </a:lnTo>
                <a:lnTo>
                  <a:pt x="1390594" y="375337"/>
                </a:lnTo>
                <a:lnTo>
                  <a:pt x="1401968" y="330178"/>
                </a:lnTo>
                <a:lnTo>
                  <a:pt x="1411907" y="284466"/>
                </a:lnTo>
                <a:lnTo>
                  <a:pt x="1420385" y="238227"/>
                </a:lnTo>
                <a:lnTo>
                  <a:pt x="1427379" y="191485"/>
                </a:lnTo>
                <a:lnTo>
                  <a:pt x="1432863" y="144266"/>
                </a:lnTo>
                <a:lnTo>
                  <a:pt x="1436811" y="96595"/>
                </a:lnTo>
                <a:lnTo>
                  <a:pt x="1439198" y="48498"/>
                </a:lnTo>
                <a:lnTo>
                  <a:pt x="1439999" y="0"/>
                </a:lnTo>
                <a:close/>
              </a:path>
            </a:pathLst>
          </a:custGeom>
          <a:solidFill>
            <a:srgbClr val="443DFF">
              <a:alpha val="35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0"/>
            <a:ext cx="720090" cy="720090"/>
          </a:xfrm>
          <a:custGeom>
            <a:avLst/>
            <a:gdLst/>
            <a:ahLst/>
            <a:cxnLst/>
            <a:rect l="l" t="t" r="r" b="b"/>
            <a:pathLst>
              <a:path w="720090" h="720090">
                <a:moveTo>
                  <a:pt x="719999" y="0"/>
                </a:moveTo>
                <a:lnTo>
                  <a:pt x="0" y="0"/>
                </a:lnTo>
                <a:lnTo>
                  <a:pt x="0" y="719999"/>
                </a:lnTo>
                <a:lnTo>
                  <a:pt x="47340" y="718467"/>
                </a:lnTo>
                <a:lnTo>
                  <a:pt x="93862" y="713936"/>
                </a:lnTo>
                <a:lnTo>
                  <a:pt x="139472" y="706500"/>
                </a:lnTo>
                <a:lnTo>
                  <a:pt x="184075" y="696254"/>
                </a:lnTo>
                <a:lnTo>
                  <a:pt x="227575" y="683293"/>
                </a:lnTo>
                <a:lnTo>
                  <a:pt x="269878" y="667712"/>
                </a:lnTo>
                <a:lnTo>
                  <a:pt x="310890" y="649605"/>
                </a:lnTo>
                <a:lnTo>
                  <a:pt x="350514" y="629068"/>
                </a:lnTo>
                <a:lnTo>
                  <a:pt x="388656" y="606195"/>
                </a:lnTo>
                <a:lnTo>
                  <a:pt x="425222" y="581081"/>
                </a:lnTo>
                <a:lnTo>
                  <a:pt x="460116" y="553822"/>
                </a:lnTo>
                <a:lnTo>
                  <a:pt x="493244" y="524511"/>
                </a:lnTo>
                <a:lnTo>
                  <a:pt x="524511" y="493244"/>
                </a:lnTo>
                <a:lnTo>
                  <a:pt x="553822" y="460116"/>
                </a:lnTo>
                <a:lnTo>
                  <a:pt x="581081" y="425222"/>
                </a:lnTo>
                <a:lnTo>
                  <a:pt x="606195" y="388656"/>
                </a:lnTo>
                <a:lnTo>
                  <a:pt x="629068" y="350514"/>
                </a:lnTo>
                <a:lnTo>
                  <a:pt x="649605" y="310890"/>
                </a:lnTo>
                <a:lnTo>
                  <a:pt x="667712" y="269878"/>
                </a:lnTo>
                <a:lnTo>
                  <a:pt x="683293" y="227575"/>
                </a:lnTo>
                <a:lnTo>
                  <a:pt x="696255" y="184075"/>
                </a:lnTo>
                <a:lnTo>
                  <a:pt x="706501" y="139472"/>
                </a:lnTo>
                <a:lnTo>
                  <a:pt x="713937" y="93862"/>
                </a:lnTo>
                <a:lnTo>
                  <a:pt x="718468" y="47339"/>
                </a:lnTo>
                <a:lnTo>
                  <a:pt x="719999" y="0"/>
                </a:lnTo>
                <a:close/>
              </a:path>
            </a:pathLst>
          </a:custGeom>
          <a:solidFill>
            <a:srgbClr val="443DFF">
              <a:alpha val="17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959999" y="7091999"/>
            <a:ext cx="3600450" cy="3600450"/>
          </a:xfrm>
          <a:custGeom>
            <a:avLst/>
            <a:gdLst/>
            <a:ahLst/>
            <a:cxnLst/>
            <a:rect l="l" t="t" r="r" b="b"/>
            <a:pathLst>
              <a:path w="3600450" h="3600450">
                <a:moveTo>
                  <a:pt x="3600000" y="0"/>
                </a:moveTo>
                <a:lnTo>
                  <a:pt x="3551582" y="318"/>
                </a:lnTo>
                <a:lnTo>
                  <a:pt x="3503317" y="1273"/>
                </a:lnTo>
                <a:lnTo>
                  <a:pt x="3455210" y="2858"/>
                </a:lnTo>
                <a:lnTo>
                  <a:pt x="3407264" y="5071"/>
                </a:lnTo>
                <a:lnTo>
                  <a:pt x="3359483" y="7907"/>
                </a:lnTo>
                <a:lnTo>
                  <a:pt x="3311871" y="11362"/>
                </a:lnTo>
                <a:lnTo>
                  <a:pt x="3264432" y="15433"/>
                </a:lnTo>
                <a:lnTo>
                  <a:pt x="3217171" y="20114"/>
                </a:lnTo>
                <a:lnTo>
                  <a:pt x="3170091" y="25404"/>
                </a:lnTo>
                <a:lnTo>
                  <a:pt x="3123196" y="31296"/>
                </a:lnTo>
                <a:lnTo>
                  <a:pt x="3076490" y="37788"/>
                </a:lnTo>
                <a:lnTo>
                  <a:pt x="3029977" y="44876"/>
                </a:lnTo>
                <a:lnTo>
                  <a:pt x="2983661" y="52555"/>
                </a:lnTo>
                <a:lnTo>
                  <a:pt x="2937546" y="60821"/>
                </a:lnTo>
                <a:lnTo>
                  <a:pt x="2891637" y="69670"/>
                </a:lnTo>
                <a:lnTo>
                  <a:pt x="2845936" y="79100"/>
                </a:lnTo>
                <a:lnTo>
                  <a:pt x="2800448" y="89104"/>
                </a:lnTo>
                <a:lnTo>
                  <a:pt x="2755178" y="99680"/>
                </a:lnTo>
                <a:lnTo>
                  <a:pt x="2710128" y="110824"/>
                </a:lnTo>
                <a:lnTo>
                  <a:pt x="2665304" y="122531"/>
                </a:lnTo>
                <a:lnTo>
                  <a:pt x="2620708" y="134798"/>
                </a:lnTo>
                <a:lnTo>
                  <a:pt x="2576345" y="147620"/>
                </a:lnTo>
                <a:lnTo>
                  <a:pt x="2532220" y="160994"/>
                </a:lnTo>
                <a:lnTo>
                  <a:pt x="2488335" y="174916"/>
                </a:lnTo>
                <a:lnTo>
                  <a:pt x="2444695" y="189381"/>
                </a:lnTo>
                <a:lnTo>
                  <a:pt x="2401304" y="204386"/>
                </a:lnTo>
                <a:lnTo>
                  <a:pt x="2358166" y="219926"/>
                </a:lnTo>
                <a:lnTo>
                  <a:pt x="2315284" y="235998"/>
                </a:lnTo>
                <a:lnTo>
                  <a:pt x="2272664" y="252598"/>
                </a:lnTo>
                <a:lnTo>
                  <a:pt x="2230308" y="269721"/>
                </a:lnTo>
                <a:lnTo>
                  <a:pt x="2188221" y="287365"/>
                </a:lnTo>
                <a:lnTo>
                  <a:pt x="2146407" y="305524"/>
                </a:lnTo>
                <a:lnTo>
                  <a:pt x="2104869" y="324194"/>
                </a:lnTo>
                <a:lnTo>
                  <a:pt x="2063612" y="343373"/>
                </a:lnTo>
                <a:lnTo>
                  <a:pt x="2022640" y="363055"/>
                </a:lnTo>
                <a:lnTo>
                  <a:pt x="1981957" y="383237"/>
                </a:lnTo>
                <a:lnTo>
                  <a:pt x="1941567" y="403915"/>
                </a:lnTo>
                <a:lnTo>
                  <a:pt x="1901473" y="425085"/>
                </a:lnTo>
                <a:lnTo>
                  <a:pt x="1861679" y="446742"/>
                </a:lnTo>
                <a:lnTo>
                  <a:pt x="1822191" y="468884"/>
                </a:lnTo>
                <a:lnTo>
                  <a:pt x="1783011" y="491505"/>
                </a:lnTo>
                <a:lnTo>
                  <a:pt x="1744143" y="514602"/>
                </a:lnTo>
                <a:lnTo>
                  <a:pt x="1705592" y="538171"/>
                </a:lnTo>
                <a:lnTo>
                  <a:pt x="1667362" y="562209"/>
                </a:lnTo>
                <a:lnTo>
                  <a:pt x="1629456" y="586710"/>
                </a:lnTo>
                <a:lnTo>
                  <a:pt x="1591879" y="611671"/>
                </a:lnTo>
                <a:lnTo>
                  <a:pt x="1554634" y="637088"/>
                </a:lnTo>
                <a:lnTo>
                  <a:pt x="1517726" y="662957"/>
                </a:lnTo>
                <a:lnTo>
                  <a:pt x="1481159" y="689274"/>
                </a:lnTo>
                <a:lnTo>
                  <a:pt x="1444935" y="716035"/>
                </a:lnTo>
                <a:lnTo>
                  <a:pt x="1409061" y="743236"/>
                </a:lnTo>
                <a:lnTo>
                  <a:pt x="1373538" y="770873"/>
                </a:lnTo>
                <a:lnTo>
                  <a:pt x="1338372" y="798943"/>
                </a:lnTo>
                <a:lnTo>
                  <a:pt x="1303567" y="827440"/>
                </a:lnTo>
                <a:lnTo>
                  <a:pt x="1269126" y="856362"/>
                </a:lnTo>
                <a:lnTo>
                  <a:pt x="1235053" y="885703"/>
                </a:lnTo>
                <a:lnTo>
                  <a:pt x="1201352" y="915461"/>
                </a:lnTo>
                <a:lnTo>
                  <a:pt x="1168028" y="945631"/>
                </a:lnTo>
                <a:lnTo>
                  <a:pt x="1135085" y="976210"/>
                </a:lnTo>
                <a:lnTo>
                  <a:pt x="1102525" y="1007192"/>
                </a:lnTo>
                <a:lnTo>
                  <a:pt x="1070354" y="1038575"/>
                </a:lnTo>
                <a:lnTo>
                  <a:pt x="1038575" y="1070354"/>
                </a:lnTo>
                <a:lnTo>
                  <a:pt x="1007192" y="1102525"/>
                </a:lnTo>
                <a:lnTo>
                  <a:pt x="976210" y="1135085"/>
                </a:lnTo>
                <a:lnTo>
                  <a:pt x="945631" y="1168028"/>
                </a:lnTo>
                <a:lnTo>
                  <a:pt x="915461" y="1201352"/>
                </a:lnTo>
                <a:lnTo>
                  <a:pt x="885703" y="1235053"/>
                </a:lnTo>
                <a:lnTo>
                  <a:pt x="856362" y="1269126"/>
                </a:lnTo>
                <a:lnTo>
                  <a:pt x="827440" y="1303567"/>
                </a:lnTo>
                <a:lnTo>
                  <a:pt x="798943" y="1338372"/>
                </a:lnTo>
                <a:lnTo>
                  <a:pt x="770873" y="1373538"/>
                </a:lnTo>
                <a:lnTo>
                  <a:pt x="743236" y="1409061"/>
                </a:lnTo>
                <a:lnTo>
                  <a:pt x="716035" y="1444935"/>
                </a:lnTo>
                <a:lnTo>
                  <a:pt x="689274" y="1481159"/>
                </a:lnTo>
                <a:lnTo>
                  <a:pt x="662957" y="1517726"/>
                </a:lnTo>
                <a:lnTo>
                  <a:pt x="637088" y="1554634"/>
                </a:lnTo>
                <a:lnTo>
                  <a:pt x="611671" y="1591879"/>
                </a:lnTo>
                <a:lnTo>
                  <a:pt x="586710" y="1629456"/>
                </a:lnTo>
                <a:lnTo>
                  <a:pt x="562209" y="1667362"/>
                </a:lnTo>
                <a:lnTo>
                  <a:pt x="538171" y="1705592"/>
                </a:lnTo>
                <a:lnTo>
                  <a:pt x="514602" y="1744143"/>
                </a:lnTo>
                <a:lnTo>
                  <a:pt x="491505" y="1783011"/>
                </a:lnTo>
                <a:lnTo>
                  <a:pt x="468884" y="1822191"/>
                </a:lnTo>
                <a:lnTo>
                  <a:pt x="446742" y="1861679"/>
                </a:lnTo>
                <a:lnTo>
                  <a:pt x="425085" y="1901473"/>
                </a:lnTo>
                <a:lnTo>
                  <a:pt x="403915" y="1941567"/>
                </a:lnTo>
                <a:lnTo>
                  <a:pt x="383237" y="1981957"/>
                </a:lnTo>
                <a:lnTo>
                  <a:pt x="363055" y="2022640"/>
                </a:lnTo>
                <a:lnTo>
                  <a:pt x="343373" y="2063612"/>
                </a:lnTo>
                <a:lnTo>
                  <a:pt x="324194" y="2104869"/>
                </a:lnTo>
                <a:lnTo>
                  <a:pt x="305524" y="2146407"/>
                </a:lnTo>
                <a:lnTo>
                  <a:pt x="287365" y="2188221"/>
                </a:lnTo>
                <a:lnTo>
                  <a:pt x="269721" y="2230308"/>
                </a:lnTo>
                <a:lnTo>
                  <a:pt x="252598" y="2272664"/>
                </a:lnTo>
                <a:lnTo>
                  <a:pt x="235998" y="2315284"/>
                </a:lnTo>
                <a:lnTo>
                  <a:pt x="219926" y="2358166"/>
                </a:lnTo>
                <a:lnTo>
                  <a:pt x="204386" y="2401304"/>
                </a:lnTo>
                <a:lnTo>
                  <a:pt x="189381" y="2444695"/>
                </a:lnTo>
                <a:lnTo>
                  <a:pt x="174916" y="2488335"/>
                </a:lnTo>
                <a:lnTo>
                  <a:pt x="160994" y="2532220"/>
                </a:lnTo>
                <a:lnTo>
                  <a:pt x="147620" y="2576345"/>
                </a:lnTo>
                <a:lnTo>
                  <a:pt x="134798" y="2620708"/>
                </a:lnTo>
                <a:lnTo>
                  <a:pt x="122531" y="2665304"/>
                </a:lnTo>
                <a:lnTo>
                  <a:pt x="110824" y="2710128"/>
                </a:lnTo>
                <a:lnTo>
                  <a:pt x="99680" y="2755178"/>
                </a:lnTo>
                <a:lnTo>
                  <a:pt x="89104" y="2800448"/>
                </a:lnTo>
                <a:lnTo>
                  <a:pt x="79100" y="2845936"/>
                </a:lnTo>
                <a:lnTo>
                  <a:pt x="69670" y="2891637"/>
                </a:lnTo>
                <a:lnTo>
                  <a:pt x="60821" y="2937546"/>
                </a:lnTo>
                <a:lnTo>
                  <a:pt x="52555" y="2983661"/>
                </a:lnTo>
                <a:lnTo>
                  <a:pt x="44876" y="3029977"/>
                </a:lnTo>
                <a:lnTo>
                  <a:pt x="37788" y="3076490"/>
                </a:lnTo>
                <a:lnTo>
                  <a:pt x="31296" y="3123196"/>
                </a:lnTo>
                <a:lnTo>
                  <a:pt x="25404" y="3170091"/>
                </a:lnTo>
                <a:lnTo>
                  <a:pt x="20114" y="3217171"/>
                </a:lnTo>
                <a:lnTo>
                  <a:pt x="15433" y="3264432"/>
                </a:lnTo>
                <a:lnTo>
                  <a:pt x="11362" y="3311871"/>
                </a:lnTo>
                <a:lnTo>
                  <a:pt x="7907" y="3359483"/>
                </a:lnTo>
                <a:lnTo>
                  <a:pt x="5071" y="3407264"/>
                </a:lnTo>
                <a:lnTo>
                  <a:pt x="2858" y="3455210"/>
                </a:lnTo>
                <a:lnTo>
                  <a:pt x="1273" y="3503317"/>
                </a:lnTo>
                <a:lnTo>
                  <a:pt x="318" y="3551582"/>
                </a:lnTo>
                <a:lnTo>
                  <a:pt x="0" y="3600000"/>
                </a:lnTo>
                <a:lnTo>
                  <a:pt x="3600000" y="3600000"/>
                </a:lnTo>
                <a:lnTo>
                  <a:pt x="3600000" y="0"/>
                </a:lnTo>
                <a:close/>
              </a:path>
            </a:pathLst>
          </a:custGeom>
          <a:solidFill>
            <a:srgbClr val="FF6684">
              <a:alpha val="107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559999" y="7691999"/>
            <a:ext cx="3000375" cy="3000375"/>
          </a:xfrm>
          <a:custGeom>
            <a:avLst/>
            <a:gdLst/>
            <a:ahLst/>
            <a:cxnLst/>
            <a:rect l="l" t="t" r="r" b="b"/>
            <a:pathLst>
              <a:path w="3000375" h="3000375">
                <a:moveTo>
                  <a:pt x="3000000" y="0"/>
                </a:moveTo>
                <a:lnTo>
                  <a:pt x="2951832" y="378"/>
                </a:lnTo>
                <a:lnTo>
                  <a:pt x="2903846" y="1511"/>
                </a:lnTo>
                <a:lnTo>
                  <a:pt x="2856050" y="3392"/>
                </a:lnTo>
                <a:lnTo>
                  <a:pt x="2808448" y="6016"/>
                </a:lnTo>
                <a:lnTo>
                  <a:pt x="2761046" y="9377"/>
                </a:lnTo>
                <a:lnTo>
                  <a:pt x="2713849" y="13469"/>
                </a:lnTo>
                <a:lnTo>
                  <a:pt x="2666864" y="18287"/>
                </a:lnTo>
                <a:lnTo>
                  <a:pt x="2620096" y="23825"/>
                </a:lnTo>
                <a:lnTo>
                  <a:pt x="2573551" y="30078"/>
                </a:lnTo>
                <a:lnTo>
                  <a:pt x="2527234" y="37039"/>
                </a:lnTo>
                <a:lnTo>
                  <a:pt x="2481151" y="44703"/>
                </a:lnTo>
                <a:lnTo>
                  <a:pt x="2435307" y="53065"/>
                </a:lnTo>
                <a:lnTo>
                  <a:pt x="2389709" y="62118"/>
                </a:lnTo>
                <a:lnTo>
                  <a:pt x="2344361" y="71858"/>
                </a:lnTo>
                <a:lnTo>
                  <a:pt x="2299271" y="82278"/>
                </a:lnTo>
                <a:lnTo>
                  <a:pt x="2254442" y="93373"/>
                </a:lnTo>
                <a:lnTo>
                  <a:pt x="2209881" y="105137"/>
                </a:lnTo>
                <a:lnTo>
                  <a:pt x="2165594" y="117565"/>
                </a:lnTo>
                <a:lnTo>
                  <a:pt x="2121586" y="130650"/>
                </a:lnTo>
                <a:lnTo>
                  <a:pt x="2077863" y="144388"/>
                </a:lnTo>
                <a:lnTo>
                  <a:pt x="2034430" y="158772"/>
                </a:lnTo>
                <a:lnTo>
                  <a:pt x="1991293" y="173798"/>
                </a:lnTo>
                <a:lnTo>
                  <a:pt x="1948458" y="189458"/>
                </a:lnTo>
                <a:lnTo>
                  <a:pt x="1905931" y="205749"/>
                </a:lnTo>
                <a:lnTo>
                  <a:pt x="1863716" y="222663"/>
                </a:lnTo>
                <a:lnTo>
                  <a:pt x="1821820" y="240195"/>
                </a:lnTo>
                <a:lnTo>
                  <a:pt x="1780249" y="258340"/>
                </a:lnTo>
                <a:lnTo>
                  <a:pt x="1739008" y="277092"/>
                </a:lnTo>
                <a:lnTo>
                  <a:pt x="1698102" y="296446"/>
                </a:lnTo>
                <a:lnTo>
                  <a:pt x="1657538" y="316395"/>
                </a:lnTo>
                <a:lnTo>
                  <a:pt x="1617321" y="336934"/>
                </a:lnTo>
                <a:lnTo>
                  <a:pt x="1577456" y="358058"/>
                </a:lnTo>
                <a:lnTo>
                  <a:pt x="1537950" y="379760"/>
                </a:lnTo>
                <a:lnTo>
                  <a:pt x="1498808" y="402036"/>
                </a:lnTo>
                <a:lnTo>
                  <a:pt x="1460035" y="424879"/>
                </a:lnTo>
                <a:lnTo>
                  <a:pt x="1421638" y="448284"/>
                </a:lnTo>
                <a:lnTo>
                  <a:pt x="1383621" y="472244"/>
                </a:lnTo>
                <a:lnTo>
                  <a:pt x="1345991" y="496756"/>
                </a:lnTo>
                <a:lnTo>
                  <a:pt x="1308753" y="521812"/>
                </a:lnTo>
                <a:lnTo>
                  <a:pt x="1271913" y="547407"/>
                </a:lnTo>
                <a:lnTo>
                  <a:pt x="1235477" y="573536"/>
                </a:lnTo>
                <a:lnTo>
                  <a:pt x="1199450" y="600193"/>
                </a:lnTo>
                <a:lnTo>
                  <a:pt x="1163837" y="627372"/>
                </a:lnTo>
                <a:lnTo>
                  <a:pt x="1128645" y="655067"/>
                </a:lnTo>
                <a:lnTo>
                  <a:pt x="1093880" y="683274"/>
                </a:lnTo>
                <a:lnTo>
                  <a:pt x="1059546" y="711986"/>
                </a:lnTo>
                <a:lnTo>
                  <a:pt x="1025649" y="741197"/>
                </a:lnTo>
                <a:lnTo>
                  <a:pt x="992195" y="770902"/>
                </a:lnTo>
                <a:lnTo>
                  <a:pt x="959191" y="801096"/>
                </a:lnTo>
                <a:lnTo>
                  <a:pt x="926640" y="831772"/>
                </a:lnTo>
                <a:lnTo>
                  <a:pt x="894550" y="862925"/>
                </a:lnTo>
                <a:lnTo>
                  <a:pt x="862925" y="894550"/>
                </a:lnTo>
                <a:lnTo>
                  <a:pt x="831772" y="926640"/>
                </a:lnTo>
                <a:lnTo>
                  <a:pt x="801096" y="959191"/>
                </a:lnTo>
                <a:lnTo>
                  <a:pt x="770902" y="992195"/>
                </a:lnTo>
                <a:lnTo>
                  <a:pt x="741197" y="1025649"/>
                </a:lnTo>
                <a:lnTo>
                  <a:pt x="711986" y="1059546"/>
                </a:lnTo>
                <a:lnTo>
                  <a:pt x="683274" y="1093880"/>
                </a:lnTo>
                <a:lnTo>
                  <a:pt x="655067" y="1128645"/>
                </a:lnTo>
                <a:lnTo>
                  <a:pt x="627372" y="1163837"/>
                </a:lnTo>
                <a:lnTo>
                  <a:pt x="600193" y="1199450"/>
                </a:lnTo>
                <a:lnTo>
                  <a:pt x="573536" y="1235477"/>
                </a:lnTo>
                <a:lnTo>
                  <a:pt x="547407" y="1271913"/>
                </a:lnTo>
                <a:lnTo>
                  <a:pt x="521812" y="1308753"/>
                </a:lnTo>
                <a:lnTo>
                  <a:pt x="496756" y="1345991"/>
                </a:lnTo>
                <a:lnTo>
                  <a:pt x="472244" y="1383621"/>
                </a:lnTo>
                <a:lnTo>
                  <a:pt x="448284" y="1421638"/>
                </a:lnTo>
                <a:lnTo>
                  <a:pt x="424879" y="1460035"/>
                </a:lnTo>
                <a:lnTo>
                  <a:pt x="402036" y="1498808"/>
                </a:lnTo>
                <a:lnTo>
                  <a:pt x="379760" y="1537950"/>
                </a:lnTo>
                <a:lnTo>
                  <a:pt x="358058" y="1577456"/>
                </a:lnTo>
                <a:lnTo>
                  <a:pt x="336934" y="1617321"/>
                </a:lnTo>
                <a:lnTo>
                  <a:pt x="316395" y="1657538"/>
                </a:lnTo>
                <a:lnTo>
                  <a:pt x="296446" y="1698102"/>
                </a:lnTo>
                <a:lnTo>
                  <a:pt x="277092" y="1739008"/>
                </a:lnTo>
                <a:lnTo>
                  <a:pt x="258340" y="1780249"/>
                </a:lnTo>
                <a:lnTo>
                  <a:pt x="240195" y="1821820"/>
                </a:lnTo>
                <a:lnTo>
                  <a:pt x="222663" y="1863716"/>
                </a:lnTo>
                <a:lnTo>
                  <a:pt x="205749" y="1905931"/>
                </a:lnTo>
                <a:lnTo>
                  <a:pt x="189458" y="1948458"/>
                </a:lnTo>
                <a:lnTo>
                  <a:pt x="173798" y="1991293"/>
                </a:lnTo>
                <a:lnTo>
                  <a:pt x="158772" y="2034430"/>
                </a:lnTo>
                <a:lnTo>
                  <a:pt x="144388" y="2077863"/>
                </a:lnTo>
                <a:lnTo>
                  <a:pt x="130650" y="2121586"/>
                </a:lnTo>
                <a:lnTo>
                  <a:pt x="117565" y="2165594"/>
                </a:lnTo>
                <a:lnTo>
                  <a:pt x="105137" y="2209881"/>
                </a:lnTo>
                <a:lnTo>
                  <a:pt x="93373" y="2254442"/>
                </a:lnTo>
                <a:lnTo>
                  <a:pt x="82278" y="2299271"/>
                </a:lnTo>
                <a:lnTo>
                  <a:pt x="71858" y="2344361"/>
                </a:lnTo>
                <a:lnTo>
                  <a:pt x="62118" y="2389709"/>
                </a:lnTo>
                <a:lnTo>
                  <a:pt x="53065" y="2435307"/>
                </a:lnTo>
                <a:lnTo>
                  <a:pt x="44703" y="2481151"/>
                </a:lnTo>
                <a:lnTo>
                  <a:pt x="37039" y="2527234"/>
                </a:lnTo>
                <a:lnTo>
                  <a:pt x="30078" y="2573551"/>
                </a:lnTo>
                <a:lnTo>
                  <a:pt x="23825" y="2620096"/>
                </a:lnTo>
                <a:lnTo>
                  <a:pt x="18287" y="2666864"/>
                </a:lnTo>
                <a:lnTo>
                  <a:pt x="13469" y="2713849"/>
                </a:lnTo>
                <a:lnTo>
                  <a:pt x="9377" y="2761046"/>
                </a:lnTo>
                <a:lnTo>
                  <a:pt x="6016" y="2808448"/>
                </a:lnTo>
                <a:lnTo>
                  <a:pt x="3392" y="2856050"/>
                </a:lnTo>
                <a:lnTo>
                  <a:pt x="1511" y="2903846"/>
                </a:lnTo>
                <a:lnTo>
                  <a:pt x="378" y="2951832"/>
                </a:lnTo>
                <a:lnTo>
                  <a:pt x="0" y="3000000"/>
                </a:lnTo>
                <a:lnTo>
                  <a:pt x="3000000" y="3000000"/>
                </a:lnTo>
                <a:lnTo>
                  <a:pt x="3000000" y="0"/>
                </a:lnTo>
                <a:close/>
              </a:path>
            </a:pathLst>
          </a:custGeom>
          <a:solidFill>
            <a:srgbClr val="FF6684">
              <a:alpha val="8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5159999" y="8291999"/>
            <a:ext cx="2400300" cy="2400300"/>
          </a:xfrm>
          <a:custGeom>
            <a:avLst/>
            <a:gdLst/>
            <a:ahLst/>
            <a:cxnLst/>
            <a:rect l="l" t="t" r="r" b="b"/>
            <a:pathLst>
              <a:path w="2400300" h="2400300">
                <a:moveTo>
                  <a:pt x="2399999" y="0"/>
                </a:moveTo>
                <a:lnTo>
                  <a:pt x="2351620" y="477"/>
                </a:lnTo>
                <a:lnTo>
                  <a:pt x="2303473" y="1905"/>
                </a:lnTo>
                <a:lnTo>
                  <a:pt x="2255568" y="4274"/>
                </a:lnTo>
                <a:lnTo>
                  <a:pt x="2207914" y="7574"/>
                </a:lnTo>
                <a:lnTo>
                  <a:pt x="2160519" y="11798"/>
                </a:lnTo>
                <a:lnTo>
                  <a:pt x="2113394" y="16936"/>
                </a:lnTo>
                <a:lnTo>
                  <a:pt x="2066546" y="22978"/>
                </a:lnTo>
                <a:lnTo>
                  <a:pt x="2019984" y="29917"/>
                </a:lnTo>
                <a:lnTo>
                  <a:pt x="1973719" y="37743"/>
                </a:lnTo>
                <a:lnTo>
                  <a:pt x="1927758" y="46447"/>
                </a:lnTo>
                <a:lnTo>
                  <a:pt x="1882110" y="56020"/>
                </a:lnTo>
                <a:lnTo>
                  <a:pt x="1836785" y="66453"/>
                </a:lnTo>
                <a:lnTo>
                  <a:pt x="1791792" y="77738"/>
                </a:lnTo>
                <a:lnTo>
                  <a:pt x="1747139" y="89865"/>
                </a:lnTo>
                <a:lnTo>
                  <a:pt x="1702835" y="102826"/>
                </a:lnTo>
                <a:lnTo>
                  <a:pt x="1658890" y="116610"/>
                </a:lnTo>
                <a:lnTo>
                  <a:pt x="1615312" y="131211"/>
                </a:lnTo>
                <a:lnTo>
                  <a:pt x="1572110" y="146617"/>
                </a:lnTo>
                <a:lnTo>
                  <a:pt x="1529294" y="162821"/>
                </a:lnTo>
                <a:lnTo>
                  <a:pt x="1486872" y="179814"/>
                </a:lnTo>
                <a:lnTo>
                  <a:pt x="1444853" y="197586"/>
                </a:lnTo>
                <a:lnTo>
                  <a:pt x="1403246" y="216129"/>
                </a:lnTo>
                <a:lnTo>
                  <a:pt x="1362060" y="235434"/>
                </a:lnTo>
                <a:lnTo>
                  <a:pt x="1321305" y="255491"/>
                </a:lnTo>
                <a:lnTo>
                  <a:pt x="1280988" y="276292"/>
                </a:lnTo>
                <a:lnTo>
                  <a:pt x="1241119" y="297828"/>
                </a:lnTo>
                <a:lnTo>
                  <a:pt x="1201708" y="320090"/>
                </a:lnTo>
                <a:lnTo>
                  <a:pt x="1162762" y="343068"/>
                </a:lnTo>
                <a:lnTo>
                  <a:pt x="1124291" y="366754"/>
                </a:lnTo>
                <a:lnTo>
                  <a:pt x="1086304" y="391140"/>
                </a:lnTo>
                <a:lnTo>
                  <a:pt x="1048810" y="416215"/>
                </a:lnTo>
                <a:lnTo>
                  <a:pt x="1011817" y="441971"/>
                </a:lnTo>
                <a:lnTo>
                  <a:pt x="975336" y="468399"/>
                </a:lnTo>
                <a:lnTo>
                  <a:pt x="939374" y="495491"/>
                </a:lnTo>
                <a:lnTo>
                  <a:pt x="903940" y="523236"/>
                </a:lnTo>
                <a:lnTo>
                  <a:pt x="869044" y="551627"/>
                </a:lnTo>
                <a:lnTo>
                  <a:pt x="834695" y="580653"/>
                </a:lnTo>
                <a:lnTo>
                  <a:pt x="800901" y="610307"/>
                </a:lnTo>
                <a:lnTo>
                  <a:pt x="767672" y="640580"/>
                </a:lnTo>
                <a:lnTo>
                  <a:pt x="735017" y="671461"/>
                </a:lnTo>
                <a:lnTo>
                  <a:pt x="702943" y="702943"/>
                </a:lnTo>
                <a:lnTo>
                  <a:pt x="671461" y="735017"/>
                </a:lnTo>
                <a:lnTo>
                  <a:pt x="640580" y="767672"/>
                </a:lnTo>
                <a:lnTo>
                  <a:pt x="610307" y="800901"/>
                </a:lnTo>
                <a:lnTo>
                  <a:pt x="580653" y="834695"/>
                </a:lnTo>
                <a:lnTo>
                  <a:pt x="551627" y="869044"/>
                </a:lnTo>
                <a:lnTo>
                  <a:pt x="523236" y="903940"/>
                </a:lnTo>
                <a:lnTo>
                  <a:pt x="495491" y="939374"/>
                </a:lnTo>
                <a:lnTo>
                  <a:pt x="468399" y="975336"/>
                </a:lnTo>
                <a:lnTo>
                  <a:pt x="441971" y="1011817"/>
                </a:lnTo>
                <a:lnTo>
                  <a:pt x="416215" y="1048810"/>
                </a:lnTo>
                <a:lnTo>
                  <a:pt x="391140" y="1086304"/>
                </a:lnTo>
                <a:lnTo>
                  <a:pt x="366754" y="1124291"/>
                </a:lnTo>
                <a:lnTo>
                  <a:pt x="343068" y="1162762"/>
                </a:lnTo>
                <a:lnTo>
                  <a:pt x="320090" y="1201708"/>
                </a:lnTo>
                <a:lnTo>
                  <a:pt x="297828" y="1241119"/>
                </a:lnTo>
                <a:lnTo>
                  <a:pt x="276292" y="1280988"/>
                </a:lnTo>
                <a:lnTo>
                  <a:pt x="255491" y="1321305"/>
                </a:lnTo>
                <a:lnTo>
                  <a:pt x="235434" y="1362060"/>
                </a:lnTo>
                <a:lnTo>
                  <a:pt x="216129" y="1403246"/>
                </a:lnTo>
                <a:lnTo>
                  <a:pt x="197586" y="1444853"/>
                </a:lnTo>
                <a:lnTo>
                  <a:pt x="179814" y="1486872"/>
                </a:lnTo>
                <a:lnTo>
                  <a:pt x="162821" y="1529294"/>
                </a:lnTo>
                <a:lnTo>
                  <a:pt x="146617" y="1572110"/>
                </a:lnTo>
                <a:lnTo>
                  <a:pt x="131211" y="1615312"/>
                </a:lnTo>
                <a:lnTo>
                  <a:pt x="116610" y="1658890"/>
                </a:lnTo>
                <a:lnTo>
                  <a:pt x="102826" y="1702835"/>
                </a:lnTo>
                <a:lnTo>
                  <a:pt x="89865" y="1747139"/>
                </a:lnTo>
                <a:lnTo>
                  <a:pt x="77738" y="1791792"/>
                </a:lnTo>
                <a:lnTo>
                  <a:pt x="66453" y="1836785"/>
                </a:lnTo>
                <a:lnTo>
                  <a:pt x="56020" y="1882110"/>
                </a:lnTo>
                <a:lnTo>
                  <a:pt x="46447" y="1927758"/>
                </a:lnTo>
                <a:lnTo>
                  <a:pt x="37743" y="1973719"/>
                </a:lnTo>
                <a:lnTo>
                  <a:pt x="29917" y="2019984"/>
                </a:lnTo>
                <a:lnTo>
                  <a:pt x="22978" y="2066546"/>
                </a:lnTo>
                <a:lnTo>
                  <a:pt x="16936" y="2113394"/>
                </a:lnTo>
                <a:lnTo>
                  <a:pt x="11798" y="2160519"/>
                </a:lnTo>
                <a:lnTo>
                  <a:pt x="7574" y="2207914"/>
                </a:lnTo>
                <a:lnTo>
                  <a:pt x="4274" y="2255568"/>
                </a:lnTo>
                <a:lnTo>
                  <a:pt x="1905" y="2303473"/>
                </a:lnTo>
                <a:lnTo>
                  <a:pt x="477" y="2351620"/>
                </a:lnTo>
                <a:lnTo>
                  <a:pt x="0" y="2400000"/>
                </a:lnTo>
                <a:lnTo>
                  <a:pt x="2399999" y="2400000"/>
                </a:lnTo>
                <a:lnTo>
                  <a:pt x="2399999" y="0"/>
                </a:lnTo>
                <a:close/>
              </a:path>
            </a:pathLst>
          </a:custGeom>
          <a:solidFill>
            <a:srgbClr val="FF6684">
              <a:alpha val="7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5759999" y="8891999"/>
            <a:ext cx="1800225" cy="1800225"/>
          </a:xfrm>
          <a:custGeom>
            <a:avLst/>
            <a:gdLst/>
            <a:ahLst/>
            <a:cxnLst/>
            <a:rect l="l" t="t" r="r" b="b"/>
            <a:pathLst>
              <a:path w="1800225" h="1800225">
                <a:moveTo>
                  <a:pt x="1799999" y="0"/>
                </a:moveTo>
                <a:lnTo>
                  <a:pt x="1752047" y="626"/>
                </a:lnTo>
                <a:lnTo>
                  <a:pt x="1704404" y="2495"/>
                </a:lnTo>
                <a:lnTo>
                  <a:pt x="1657085" y="5590"/>
                </a:lnTo>
                <a:lnTo>
                  <a:pt x="1610107" y="9897"/>
                </a:lnTo>
                <a:lnTo>
                  <a:pt x="1563485" y="15399"/>
                </a:lnTo>
                <a:lnTo>
                  <a:pt x="1517234" y="22082"/>
                </a:lnTo>
                <a:lnTo>
                  <a:pt x="1471371" y="29929"/>
                </a:lnTo>
                <a:lnTo>
                  <a:pt x="1425910" y="38925"/>
                </a:lnTo>
                <a:lnTo>
                  <a:pt x="1380868" y="49055"/>
                </a:lnTo>
                <a:lnTo>
                  <a:pt x="1336259" y="60302"/>
                </a:lnTo>
                <a:lnTo>
                  <a:pt x="1292099" y="72652"/>
                </a:lnTo>
                <a:lnTo>
                  <a:pt x="1248405" y="86089"/>
                </a:lnTo>
                <a:lnTo>
                  <a:pt x="1205190" y="100597"/>
                </a:lnTo>
                <a:lnTo>
                  <a:pt x="1162472" y="116161"/>
                </a:lnTo>
                <a:lnTo>
                  <a:pt x="1120265" y="132765"/>
                </a:lnTo>
                <a:lnTo>
                  <a:pt x="1078585" y="150394"/>
                </a:lnTo>
                <a:lnTo>
                  <a:pt x="1037448" y="169032"/>
                </a:lnTo>
                <a:lnTo>
                  <a:pt x="996869" y="188663"/>
                </a:lnTo>
                <a:lnTo>
                  <a:pt x="956864" y="209272"/>
                </a:lnTo>
                <a:lnTo>
                  <a:pt x="917447" y="230844"/>
                </a:lnTo>
                <a:lnTo>
                  <a:pt x="878636" y="253363"/>
                </a:lnTo>
                <a:lnTo>
                  <a:pt x="840445" y="276813"/>
                </a:lnTo>
                <a:lnTo>
                  <a:pt x="802890" y="301179"/>
                </a:lnTo>
                <a:lnTo>
                  <a:pt x="765986" y="326445"/>
                </a:lnTo>
                <a:lnTo>
                  <a:pt x="729750" y="352595"/>
                </a:lnTo>
                <a:lnTo>
                  <a:pt x="694196" y="379615"/>
                </a:lnTo>
                <a:lnTo>
                  <a:pt x="659340" y="407489"/>
                </a:lnTo>
                <a:lnTo>
                  <a:pt x="625197" y="436200"/>
                </a:lnTo>
                <a:lnTo>
                  <a:pt x="591784" y="465734"/>
                </a:lnTo>
                <a:lnTo>
                  <a:pt x="559115" y="496075"/>
                </a:lnTo>
                <a:lnTo>
                  <a:pt x="527207" y="527207"/>
                </a:lnTo>
                <a:lnTo>
                  <a:pt x="496075" y="559116"/>
                </a:lnTo>
                <a:lnTo>
                  <a:pt x="465734" y="591784"/>
                </a:lnTo>
                <a:lnTo>
                  <a:pt x="436200" y="625197"/>
                </a:lnTo>
                <a:lnTo>
                  <a:pt x="407489" y="659340"/>
                </a:lnTo>
                <a:lnTo>
                  <a:pt x="379615" y="694196"/>
                </a:lnTo>
                <a:lnTo>
                  <a:pt x="352595" y="729750"/>
                </a:lnTo>
                <a:lnTo>
                  <a:pt x="326445" y="765986"/>
                </a:lnTo>
                <a:lnTo>
                  <a:pt x="301179" y="802890"/>
                </a:lnTo>
                <a:lnTo>
                  <a:pt x="276813" y="840445"/>
                </a:lnTo>
                <a:lnTo>
                  <a:pt x="253363" y="878636"/>
                </a:lnTo>
                <a:lnTo>
                  <a:pt x="230844" y="917448"/>
                </a:lnTo>
                <a:lnTo>
                  <a:pt x="209272" y="956864"/>
                </a:lnTo>
                <a:lnTo>
                  <a:pt x="188663" y="996869"/>
                </a:lnTo>
                <a:lnTo>
                  <a:pt x="169032" y="1037448"/>
                </a:lnTo>
                <a:lnTo>
                  <a:pt x="150394" y="1078585"/>
                </a:lnTo>
                <a:lnTo>
                  <a:pt x="132765" y="1120265"/>
                </a:lnTo>
                <a:lnTo>
                  <a:pt x="116161" y="1162472"/>
                </a:lnTo>
                <a:lnTo>
                  <a:pt x="100597" y="1205190"/>
                </a:lnTo>
                <a:lnTo>
                  <a:pt x="86089" y="1248405"/>
                </a:lnTo>
                <a:lnTo>
                  <a:pt x="72652" y="1292099"/>
                </a:lnTo>
                <a:lnTo>
                  <a:pt x="60302" y="1336259"/>
                </a:lnTo>
                <a:lnTo>
                  <a:pt x="49055" y="1380868"/>
                </a:lnTo>
                <a:lnTo>
                  <a:pt x="38925" y="1425910"/>
                </a:lnTo>
                <a:lnTo>
                  <a:pt x="29929" y="1471371"/>
                </a:lnTo>
                <a:lnTo>
                  <a:pt x="22082" y="1517234"/>
                </a:lnTo>
                <a:lnTo>
                  <a:pt x="15399" y="1563485"/>
                </a:lnTo>
                <a:lnTo>
                  <a:pt x="9897" y="1610107"/>
                </a:lnTo>
                <a:lnTo>
                  <a:pt x="5590" y="1657085"/>
                </a:lnTo>
                <a:lnTo>
                  <a:pt x="2495" y="1704404"/>
                </a:lnTo>
                <a:lnTo>
                  <a:pt x="626" y="1752047"/>
                </a:lnTo>
                <a:lnTo>
                  <a:pt x="0" y="1800000"/>
                </a:lnTo>
                <a:lnTo>
                  <a:pt x="1799999" y="1800000"/>
                </a:lnTo>
                <a:lnTo>
                  <a:pt x="1799999" y="0"/>
                </a:lnTo>
                <a:close/>
              </a:path>
            </a:pathLst>
          </a:custGeom>
          <a:solidFill>
            <a:srgbClr val="FF6684">
              <a:alpha val="53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6360000" y="9492000"/>
            <a:ext cx="1200150" cy="1200150"/>
          </a:xfrm>
          <a:custGeom>
            <a:avLst/>
            <a:gdLst/>
            <a:ahLst/>
            <a:cxnLst/>
            <a:rect l="l" t="t" r="r" b="b"/>
            <a:pathLst>
              <a:path w="1200150" h="1200150">
                <a:moveTo>
                  <a:pt x="1199999" y="0"/>
                </a:moveTo>
                <a:lnTo>
                  <a:pt x="1151736" y="952"/>
                </a:lnTo>
                <a:lnTo>
                  <a:pt x="1103957" y="3787"/>
                </a:lnTo>
                <a:lnTo>
                  <a:pt x="1056697" y="8468"/>
                </a:lnTo>
                <a:lnTo>
                  <a:pt x="1009992" y="14958"/>
                </a:lnTo>
                <a:lnTo>
                  <a:pt x="963879" y="23223"/>
                </a:lnTo>
                <a:lnTo>
                  <a:pt x="918392" y="33226"/>
                </a:lnTo>
                <a:lnTo>
                  <a:pt x="873569" y="44932"/>
                </a:lnTo>
                <a:lnTo>
                  <a:pt x="829445" y="58305"/>
                </a:lnTo>
                <a:lnTo>
                  <a:pt x="786055" y="73308"/>
                </a:lnTo>
                <a:lnTo>
                  <a:pt x="743436" y="89907"/>
                </a:lnTo>
                <a:lnTo>
                  <a:pt x="701623" y="108064"/>
                </a:lnTo>
                <a:lnTo>
                  <a:pt x="660652" y="127745"/>
                </a:lnTo>
                <a:lnTo>
                  <a:pt x="620559" y="148914"/>
                </a:lnTo>
                <a:lnTo>
                  <a:pt x="581381" y="171534"/>
                </a:lnTo>
                <a:lnTo>
                  <a:pt x="543152" y="195570"/>
                </a:lnTo>
                <a:lnTo>
                  <a:pt x="505908" y="220985"/>
                </a:lnTo>
                <a:lnTo>
                  <a:pt x="469687" y="247745"/>
                </a:lnTo>
                <a:lnTo>
                  <a:pt x="434522" y="275813"/>
                </a:lnTo>
                <a:lnTo>
                  <a:pt x="400450" y="305153"/>
                </a:lnTo>
                <a:lnTo>
                  <a:pt x="367508" y="335730"/>
                </a:lnTo>
                <a:lnTo>
                  <a:pt x="335730" y="367508"/>
                </a:lnTo>
                <a:lnTo>
                  <a:pt x="305153" y="400450"/>
                </a:lnTo>
                <a:lnTo>
                  <a:pt x="275813" y="434522"/>
                </a:lnTo>
                <a:lnTo>
                  <a:pt x="247745" y="469687"/>
                </a:lnTo>
                <a:lnTo>
                  <a:pt x="220985" y="505908"/>
                </a:lnTo>
                <a:lnTo>
                  <a:pt x="195570" y="543152"/>
                </a:lnTo>
                <a:lnTo>
                  <a:pt x="171534" y="581381"/>
                </a:lnTo>
                <a:lnTo>
                  <a:pt x="148914" y="620559"/>
                </a:lnTo>
                <a:lnTo>
                  <a:pt x="127745" y="660652"/>
                </a:lnTo>
                <a:lnTo>
                  <a:pt x="108064" y="701623"/>
                </a:lnTo>
                <a:lnTo>
                  <a:pt x="89907" y="743436"/>
                </a:lnTo>
                <a:lnTo>
                  <a:pt x="73308" y="786055"/>
                </a:lnTo>
                <a:lnTo>
                  <a:pt x="58305" y="829445"/>
                </a:lnTo>
                <a:lnTo>
                  <a:pt x="44932" y="873569"/>
                </a:lnTo>
                <a:lnTo>
                  <a:pt x="33226" y="918392"/>
                </a:lnTo>
                <a:lnTo>
                  <a:pt x="23223" y="963878"/>
                </a:lnTo>
                <a:lnTo>
                  <a:pt x="14958" y="1009992"/>
                </a:lnTo>
                <a:lnTo>
                  <a:pt x="8468" y="1056696"/>
                </a:lnTo>
                <a:lnTo>
                  <a:pt x="3787" y="1103956"/>
                </a:lnTo>
                <a:lnTo>
                  <a:pt x="952" y="1151736"/>
                </a:lnTo>
                <a:lnTo>
                  <a:pt x="0" y="1200000"/>
                </a:lnTo>
                <a:lnTo>
                  <a:pt x="1199999" y="1200000"/>
                </a:lnTo>
                <a:lnTo>
                  <a:pt x="1199999" y="0"/>
                </a:lnTo>
                <a:close/>
              </a:path>
            </a:pathLst>
          </a:custGeom>
          <a:solidFill>
            <a:srgbClr val="FF6684">
              <a:alpha val="35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6960000" y="10091999"/>
            <a:ext cx="600075" cy="600075"/>
          </a:xfrm>
          <a:custGeom>
            <a:avLst/>
            <a:gdLst/>
            <a:ahLst/>
            <a:cxnLst/>
            <a:rect l="l" t="t" r="r" b="b"/>
            <a:pathLst>
              <a:path w="600075" h="600075">
                <a:moveTo>
                  <a:pt x="599999" y="0"/>
                </a:moveTo>
                <a:lnTo>
                  <a:pt x="553110" y="1805"/>
                </a:lnTo>
                <a:lnTo>
                  <a:pt x="507207" y="7131"/>
                </a:lnTo>
                <a:lnTo>
                  <a:pt x="462425" y="15846"/>
                </a:lnTo>
                <a:lnTo>
                  <a:pt x="418897" y="27815"/>
                </a:lnTo>
                <a:lnTo>
                  <a:pt x="376755" y="42906"/>
                </a:lnTo>
                <a:lnTo>
                  <a:pt x="336135" y="60984"/>
                </a:lnTo>
                <a:lnTo>
                  <a:pt x="297168" y="81917"/>
                </a:lnTo>
                <a:lnTo>
                  <a:pt x="259989" y="105571"/>
                </a:lnTo>
                <a:lnTo>
                  <a:pt x="224730" y="131813"/>
                </a:lnTo>
                <a:lnTo>
                  <a:pt x="191526" y="160509"/>
                </a:lnTo>
                <a:lnTo>
                  <a:pt x="160509" y="191526"/>
                </a:lnTo>
                <a:lnTo>
                  <a:pt x="131813" y="224730"/>
                </a:lnTo>
                <a:lnTo>
                  <a:pt x="105571" y="259989"/>
                </a:lnTo>
                <a:lnTo>
                  <a:pt x="81917" y="297168"/>
                </a:lnTo>
                <a:lnTo>
                  <a:pt x="60984" y="336135"/>
                </a:lnTo>
                <a:lnTo>
                  <a:pt x="42906" y="376755"/>
                </a:lnTo>
                <a:lnTo>
                  <a:pt x="27815" y="418897"/>
                </a:lnTo>
                <a:lnTo>
                  <a:pt x="15846" y="462425"/>
                </a:lnTo>
                <a:lnTo>
                  <a:pt x="7131" y="507207"/>
                </a:lnTo>
                <a:lnTo>
                  <a:pt x="1805" y="553110"/>
                </a:lnTo>
                <a:lnTo>
                  <a:pt x="0" y="599999"/>
                </a:lnTo>
                <a:lnTo>
                  <a:pt x="599999" y="599999"/>
                </a:lnTo>
                <a:lnTo>
                  <a:pt x="599999" y="0"/>
                </a:lnTo>
                <a:close/>
              </a:path>
            </a:pathLst>
          </a:custGeom>
          <a:solidFill>
            <a:srgbClr val="FF6684">
              <a:alpha val="17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900000" y="2466000"/>
            <a:ext cx="5760085" cy="5760085"/>
          </a:xfrm>
          <a:custGeom>
            <a:avLst/>
            <a:gdLst/>
            <a:ahLst/>
            <a:cxnLst/>
            <a:rect l="l" t="t" r="r" b="b"/>
            <a:pathLst>
              <a:path w="5760084" h="5760084">
                <a:moveTo>
                  <a:pt x="2880000" y="0"/>
                </a:moveTo>
                <a:lnTo>
                  <a:pt x="2831893" y="393"/>
                </a:lnTo>
                <a:lnTo>
                  <a:pt x="2783978" y="1570"/>
                </a:lnTo>
                <a:lnTo>
                  <a:pt x="2736259" y="3524"/>
                </a:lnTo>
                <a:lnTo>
                  <a:pt x="2688742" y="6249"/>
                </a:lnTo>
                <a:lnTo>
                  <a:pt x="2641435" y="9739"/>
                </a:lnTo>
                <a:lnTo>
                  <a:pt x="2594342" y="13988"/>
                </a:lnTo>
                <a:lnTo>
                  <a:pt x="2547470" y="18989"/>
                </a:lnTo>
                <a:lnTo>
                  <a:pt x="2500826" y="24738"/>
                </a:lnTo>
                <a:lnTo>
                  <a:pt x="2454414" y="31226"/>
                </a:lnTo>
                <a:lnTo>
                  <a:pt x="2408242" y="38449"/>
                </a:lnTo>
                <a:lnTo>
                  <a:pt x="2362316" y="46400"/>
                </a:lnTo>
                <a:lnTo>
                  <a:pt x="2316641" y="55073"/>
                </a:lnTo>
                <a:lnTo>
                  <a:pt x="2271224" y="64463"/>
                </a:lnTo>
                <a:lnTo>
                  <a:pt x="2226071" y="74562"/>
                </a:lnTo>
                <a:lnTo>
                  <a:pt x="2181187" y="85365"/>
                </a:lnTo>
                <a:lnTo>
                  <a:pt x="2136580" y="96866"/>
                </a:lnTo>
                <a:lnTo>
                  <a:pt x="2092255" y="109058"/>
                </a:lnTo>
                <a:lnTo>
                  <a:pt x="2048218" y="121936"/>
                </a:lnTo>
                <a:lnTo>
                  <a:pt x="2004475" y="135493"/>
                </a:lnTo>
                <a:lnTo>
                  <a:pt x="1961033" y="149723"/>
                </a:lnTo>
                <a:lnTo>
                  <a:pt x="1917897" y="164621"/>
                </a:lnTo>
                <a:lnTo>
                  <a:pt x="1875074" y="180180"/>
                </a:lnTo>
                <a:lnTo>
                  <a:pt x="1832570" y="196393"/>
                </a:lnTo>
                <a:lnTo>
                  <a:pt x="1790391" y="213255"/>
                </a:lnTo>
                <a:lnTo>
                  <a:pt x="1748543" y="230760"/>
                </a:lnTo>
                <a:lnTo>
                  <a:pt x="1707032" y="248902"/>
                </a:lnTo>
                <a:lnTo>
                  <a:pt x="1665864" y="267674"/>
                </a:lnTo>
                <a:lnTo>
                  <a:pt x="1625046" y="287070"/>
                </a:lnTo>
                <a:lnTo>
                  <a:pt x="1584583" y="307085"/>
                </a:lnTo>
                <a:lnTo>
                  <a:pt x="1544482" y="327712"/>
                </a:lnTo>
                <a:lnTo>
                  <a:pt x="1504748" y="348945"/>
                </a:lnTo>
                <a:lnTo>
                  <a:pt x="1465388" y="370777"/>
                </a:lnTo>
                <a:lnTo>
                  <a:pt x="1426409" y="393204"/>
                </a:lnTo>
                <a:lnTo>
                  <a:pt x="1387815" y="416218"/>
                </a:lnTo>
                <a:lnTo>
                  <a:pt x="1349613" y="439814"/>
                </a:lnTo>
                <a:lnTo>
                  <a:pt x="1311810" y="463985"/>
                </a:lnTo>
                <a:lnTo>
                  <a:pt x="1274410" y="488726"/>
                </a:lnTo>
                <a:lnTo>
                  <a:pt x="1237422" y="514030"/>
                </a:lnTo>
                <a:lnTo>
                  <a:pt x="1200850" y="539891"/>
                </a:lnTo>
                <a:lnTo>
                  <a:pt x="1164700" y="566303"/>
                </a:lnTo>
                <a:lnTo>
                  <a:pt x="1128980" y="593260"/>
                </a:lnTo>
                <a:lnTo>
                  <a:pt x="1093694" y="620756"/>
                </a:lnTo>
                <a:lnTo>
                  <a:pt x="1058850" y="648784"/>
                </a:lnTo>
                <a:lnTo>
                  <a:pt x="1024452" y="677339"/>
                </a:lnTo>
                <a:lnTo>
                  <a:pt x="990508" y="706415"/>
                </a:lnTo>
                <a:lnTo>
                  <a:pt x="957023" y="736005"/>
                </a:lnTo>
                <a:lnTo>
                  <a:pt x="924004" y="766103"/>
                </a:lnTo>
                <a:lnTo>
                  <a:pt x="891456" y="796703"/>
                </a:lnTo>
                <a:lnTo>
                  <a:pt x="859386" y="827799"/>
                </a:lnTo>
                <a:lnTo>
                  <a:pt x="827800" y="859386"/>
                </a:lnTo>
                <a:lnTo>
                  <a:pt x="796704" y="891456"/>
                </a:lnTo>
                <a:lnTo>
                  <a:pt x="766103" y="924004"/>
                </a:lnTo>
                <a:lnTo>
                  <a:pt x="736005" y="957023"/>
                </a:lnTo>
                <a:lnTo>
                  <a:pt x="706415" y="990508"/>
                </a:lnTo>
                <a:lnTo>
                  <a:pt x="677340" y="1024452"/>
                </a:lnTo>
                <a:lnTo>
                  <a:pt x="648784" y="1058849"/>
                </a:lnTo>
                <a:lnTo>
                  <a:pt x="620756" y="1093694"/>
                </a:lnTo>
                <a:lnTo>
                  <a:pt x="593260" y="1128979"/>
                </a:lnTo>
                <a:lnTo>
                  <a:pt x="566303" y="1164700"/>
                </a:lnTo>
                <a:lnTo>
                  <a:pt x="539891" y="1200849"/>
                </a:lnTo>
                <a:lnTo>
                  <a:pt x="514030" y="1237421"/>
                </a:lnTo>
                <a:lnTo>
                  <a:pt x="488726" y="1274410"/>
                </a:lnTo>
                <a:lnTo>
                  <a:pt x="463985" y="1311809"/>
                </a:lnTo>
                <a:lnTo>
                  <a:pt x="439814" y="1349612"/>
                </a:lnTo>
                <a:lnTo>
                  <a:pt x="416218" y="1387814"/>
                </a:lnTo>
                <a:lnTo>
                  <a:pt x="393204" y="1426408"/>
                </a:lnTo>
                <a:lnTo>
                  <a:pt x="370777" y="1465388"/>
                </a:lnTo>
                <a:lnTo>
                  <a:pt x="348945" y="1504748"/>
                </a:lnTo>
                <a:lnTo>
                  <a:pt x="327712" y="1544481"/>
                </a:lnTo>
                <a:lnTo>
                  <a:pt x="307085" y="1584583"/>
                </a:lnTo>
                <a:lnTo>
                  <a:pt x="287070" y="1625045"/>
                </a:lnTo>
                <a:lnTo>
                  <a:pt x="267674" y="1665864"/>
                </a:lnTo>
                <a:lnTo>
                  <a:pt x="248902" y="1707031"/>
                </a:lnTo>
                <a:lnTo>
                  <a:pt x="230760" y="1748542"/>
                </a:lnTo>
                <a:lnTo>
                  <a:pt x="213255" y="1790391"/>
                </a:lnTo>
                <a:lnTo>
                  <a:pt x="196393" y="1832570"/>
                </a:lnTo>
                <a:lnTo>
                  <a:pt x="180180" y="1875074"/>
                </a:lnTo>
                <a:lnTo>
                  <a:pt x="164621" y="1917897"/>
                </a:lnTo>
                <a:lnTo>
                  <a:pt x="149724" y="1961032"/>
                </a:lnTo>
                <a:lnTo>
                  <a:pt x="135493" y="2004474"/>
                </a:lnTo>
                <a:lnTo>
                  <a:pt x="121936" y="2048217"/>
                </a:lnTo>
                <a:lnTo>
                  <a:pt x="109058" y="2092254"/>
                </a:lnTo>
                <a:lnTo>
                  <a:pt x="96866" y="2136579"/>
                </a:lnTo>
                <a:lnTo>
                  <a:pt x="85365" y="2181187"/>
                </a:lnTo>
                <a:lnTo>
                  <a:pt x="74562" y="2226070"/>
                </a:lnTo>
                <a:lnTo>
                  <a:pt x="64463" y="2271223"/>
                </a:lnTo>
                <a:lnTo>
                  <a:pt x="55073" y="2316640"/>
                </a:lnTo>
                <a:lnTo>
                  <a:pt x="46400" y="2362315"/>
                </a:lnTo>
                <a:lnTo>
                  <a:pt x="38449" y="2408242"/>
                </a:lnTo>
                <a:lnTo>
                  <a:pt x="31226" y="2454414"/>
                </a:lnTo>
                <a:lnTo>
                  <a:pt x="24738" y="2500825"/>
                </a:lnTo>
                <a:lnTo>
                  <a:pt x="18989" y="2547469"/>
                </a:lnTo>
                <a:lnTo>
                  <a:pt x="13988" y="2594341"/>
                </a:lnTo>
                <a:lnTo>
                  <a:pt x="9739" y="2641434"/>
                </a:lnTo>
                <a:lnTo>
                  <a:pt x="6249" y="2688741"/>
                </a:lnTo>
                <a:lnTo>
                  <a:pt x="3524" y="2736258"/>
                </a:lnTo>
                <a:lnTo>
                  <a:pt x="1570" y="2783977"/>
                </a:lnTo>
                <a:lnTo>
                  <a:pt x="393" y="2831893"/>
                </a:lnTo>
                <a:lnTo>
                  <a:pt x="0" y="2879999"/>
                </a:lnTo>
                <a:lnTo>
                  <a:pt x="393" y="2928105"/>
                </a:lnTo>
                <a:lnTo>
                  <a:pt x="1570" y="2976021"/>
                </a:lnTo>
                <a:lnTo>
                  <a:pt x="3524" y="3023740"/>
                </a:lnTo>
                <a:lnTo>
                  <a:pt x="6249" y="3071256"/>
                </a:lnTo>
                <a:lnTo>
                  <a:pt x="9739" y="3118564"/>
                </a:lnTo>
                <a:lnTo>
                  <a:pt x="13988" y="3165657"/>
                </a:lnTo>
                <a:lnTo>
                  <a:pt x="18989" y="3212528"/>
                </a:lnTo>
                <a:lnTo>
                  <a:pt x="24738" y="3259173"/>
                </a:lnTo>
                <a:lnTo>
                  <a:pt x="31226" y="3305584"/>
                </a:lnTo>
                <a:lnTo>
                  <a:pt x="38449" y="3351756"/>
                </a:lnTo>
                <a:lnTo>
                  <a:pt x="46400" y="3397682"/>
                </a:lnTo>
                <a:lnTo>
                  <a:pt x="55073" y="3443357"/>
                </a:lnTo>
                <a:lnTo>
                  <a:pt x="64463" y="3488774"/>
                </a:lnTo>
                <a:lnTo>
                  <a:pt x="74562" y="3533928"/>
                </a:lnTo>
                <a:lnTo>
                  <a:pt x="85365" y="3578811"/>
                </a:lnTo>
                <a:lnTo>
                  <a:pt x="96866" y="3623419"/>
                </a:lnTo>
                <a:lnTo>
                  <a:pt x="109058" y="3667744"/>
                </a:lnTo>
                <a:lnTo>
                  <a:pt x="121936" y="3711781"/>
                </a:lnTo>
                <a:lnTo>
                  <a:pt x="135493" y="3755523"/>
                </a:lnTo>
                <a:lnTo>
                  <a:pt x="149724" y="3798966"/>
                </a:lnTo>
                <a:lnTo>
                  <a:pt x="164621" y="3842101"/>
                </a:lnTo>
                <a:lnTo>
                  <a:pt x="180180" y="3884924"/>
                </a:lnTo>
                <a:lnTo>
                  <a:pt x="196393" y="3927428"/>
                </a:lnTo>
                <a:lnTo>
                  <a:pt x="213255" y="3969607"/>
                </a:lnTo>
                <a:lnTo>
                  <a:pt x="230760" y="4011455"/>
                </a:lnTo>
                <a:lnTo>
                  <a:pt x="248902" y="4052966"/>
                </a:lnTo>
                <a:lnTo>
                  <a:pt x="267674" y="4094134"/>
                </a:lnTo>
                <a:lnTo>
                  <a:pt x="287070" y="4134952"/>
                </a:lnTo>
                <a:lnTo>
                  <a:pt x="307085" y="4175415"/>
                </a:lnTo>
                <a:lnTo>
                  <a:pt x="327712" y="4215517"/>
                </a:lnTo>
                <a:lnTo>
                  <a:pt x="348945" y="4255250"/>
                </a:lnTo>
                <a:lnTo>
                  <a:pt x="370777" y="4294610"/>
                </a:lnTo>
                <a:lnTo>
                  <a:pt x="393204" y="4333590"/>
                </a:lnTo>
                <a:lnTo>
                  <a:pt x="416218" y="4372184"/>
                </a:lnTo>
                <a:lnTo>
                  <a:pt x="439814" y="4410386"/>
                </a:lnTo>
                <a:lnTo>
                  <a:pt x="463985" y="4448189"/>
                </a:lnTo>
                <a:lnTo>
                  <a:pt x="488726" y="4485588"/>
                </a:lnTo>
                <a:lnTo>
                  <a:pt x="514030" y="4522577"/>
                </a:lnTo>
                <a:lnTo>
                  <a:pt x="539891" y="4559149"/>
                </a:lnTo>
                <a:lnTo>
                  <a:pt x="566303" y="4595298"/>
                </a:lnTo>
                <a:lnTo>
                  <a:pt x="593260" y="4631019"/>
                </a:lnTo>
                <a:lnTo>
                  <a:pt x="620756" y="4666304"/>
                </a:lnTo>
                <a:lnTo>
                  <a:pt x="648784" y="4701149"/>
                </a:lnTo>
                <a:lnTo>
                  <a:pt x="677340" y="4735546"/>
                </a:lnTo>
                <a:lnTo>
                  <a:pt x="706415" y="4769490"/>
                </a:lnTo>
                <a:lnTo>
                  <a:pt x="736005" y="4802975"/>
                </a:lnTo>
                <a:lnTo>
                  <a:pt x="766103" y="4835995"/>
                </a:lnTo>
                <a:lnTo>
                  <a:pt x="796704" y="4868542"/>
                </a:lnTo>
                <a:lnTo>
                  <a:pt x="827800" y="4900613"/>
                </a:lnTo>
                <a:lnTo>
                  <a:pt x="859386" y="4932199"/>
                </a:lnTo>
                <a:lnTo>
                  <a:pt x="891456" y="4963295"/>
                </a:lnTo>
                <a:lnTo>
                  <a:pt x="924004" y="4993895"/>
                </a:lnTo>
                <a:lnTo>
                  <a:pt x="957023" y="5023994"/>
                </a:lnTo>
                <a:lnTo>
                  <a:pt x="990508" y="5053584"/>
                </a:lnTo>
                <a:lnTo>
                  <a:pt x="1024452" y="5082659"/>
                </a:lnTo>
                <a:lnTo>
                  <a:pt x="1058850" y="5111214"/>
                </a:lnTo>
                <a:lnTo>
                  <a:pt x="1093694" y="5139243"/>
                </a:lnTo>
                <a:lnTo>
                  <a:pt x="1128980" y="5166739"/>
                </a:lnTo>
                <a:lnTo>
                  <a:pt x="1164700" y="5193696"/>
                </a:lnTo>
                <a:lnTo>
                  <a:pt x="1200850" y="5220108"/>
                </a:lnTo>
                <a:lnTo>
                  <a:pt x="1237422" y="5245969"/>
                </a:lnTo>
                <a:lnTo>
                  <a:pt x="1274410" y="5271273"/>
                </a:lnTo>
                <a:lnTo>
                  <a:pt x="1311810" y="5296013"/>
                </a:lnTo>
                <a:lnTo>
                  <a:pt x="1349613" y="5320185"/>
                </a:lnTo>
                <a:lnTo>
                  <a:pt x="1387815" y="5343781"/>
                </a:lnTo>
                <a:lnTo>
                  <a:pt x="1426409" y="5366795"/>
                </a:lnTo>
                <a:lnTo>
                  <a:pt x="1465388" y="5389221"/>
                </a:lnTo>
                <a:lnTo>
                  <a:pt x="1504748" y="5411054"/>
                </a:lnTo>
                <a:lnTo>
                  <a:pt x="1544482" y="5432287"/>
                </a:lnTo>
                <a:lnTo>
                  <a:pt x="1584583" y="5452914"/>
                </a:lnTo>
                <a:lnTo>
                  <a:pt x="1625046" y="5472928"/>
                </a:lnTo>
                <a:lnTo>
                  <a:pt x="1665864" y="5492325"/>
                </a:lnTo>
                <a:lnTo>
                  <a:pt x="1707032" y="5511097"/>
                </a:lnTo>
                <a:lnTo>
                  <a:pt x="1748543" y="5529238"/>
                </a:lnTo>
                <a:lnTo>
                  <a:pt x="1790391" y="5546743"/>
                </a:lnTo>
                <a:lnTo>
                  <a:pt x="1832570" y="5563606"/>
                </a:lnTo>
                <a:lnTo>
                  <a:pt x="1875074" y="5579819"/>
                </a:lnTo>
                <a:lnTo>
                  <a:pt x="1917897" y="5595378"/>
                </a:lnTo>
                <a:lnTo>
                  <a:pt x="1961033" y="5610275"/>
                </a:lnTo>
                <a:lnTo>
                  <a:pt x="2004475" y="5624506"/>
                </a:lnTo>
                <a:lnTo>
                  <a:pt x="2048218" y="5638063"/>
                </a:lnTo>
                <a:lnTo>
                  <a:pt x="2092255" y="5650941"/>
                </a:lnTo>
                <a:lnTo>
                  <a:pt x="2136580" y="5663133"/>
                </a:lnTo>
                <a:lnTo>
                  <a:pt x="2181187" y="5674634"/>
                </a:lnTo>
                <a:lnTo>
                  <a:pt x="2226071" y="5685437"/>
                </a:lnTo>
                <a:lnTo>
                  <a:pt x="2271224" y="5695536"/>
                </a:lnTo>
                <a:lnTo>
                  <a:pt x="2316641" y="5704925"/>
                </a:lnTo>
                <a:lnTo>
                  <a:pt x="2362316" y="5713599"/>
                </a:lnTo>
                <a:lnTo>
                  <a:pt x="2408242" y="5721550"/>
                </a:lnTo>
                <a:lnTo>
                  <a:pt x="2454414" y="5728773"/>
                </a:lnTo>
                <a:lnTo>
                  <a:pt x="2500826" y="5735261"/>
                </a:lnTo>
                <a:lnTo>
                  <a:pt x="2547470" y="5741009"/>
                </a:lnTo>
                <a:lnTo>
                  <a:pt x="2594342" y="5746011"/>
                </a:lnTo>
                <a:lnTo>
                  <a:pt x="2641435" y="5750260"/>
                </a:lnTo>
                <a:lnTo>
                  <a:pt x="2688742" y="5753750"/>
                </a:lnTo>
                <a:lnTo>
                  <a:pt x="2736259" y="5756475"/>
                </a:lnTo>
                <a:lnTo>
                  <a:pt x="2783978" y="5758429"/>
                </a:lnTo>
                <a:lnTo>
                  <a:pt x="2831893" y="5759606"/>
                </a:lnTo>
                <a:lnTo>
                  <a:pt x="2880000" y="5759999"/>
                </a:lnTo>
                <a:lnTo>
                  <a:pt x="2928106" y="5759606"/>
                </a:lnTo>
                <a:lnTo>
                  <a:pt x="2976021" y="5758429"/>
                </a:lnTo>
                <a:lnTo>
                  <a:pt x="3023741" y="5756475"/>
                </a:lnTo>
                <a:lnTo>
                  <a:pt x="3071257" y="5753750"/>
                </a:lnTo>
                <a:lnTo>
                  <a:pt x="3118565" y="5750260"/>
                </a:lnTo>
                <a:lnTo>
                  <a:pt x="3165657" y="5746011"/>
                </a:lnTo>
                <a:lnTo>
                  <a:pt x="3212529" y="5741009"/>
                </a:lnTo>
                <a:lnTo>
                  <a:pt x="3259174" y="5735261"/>
                </a:lnTo>
                <a:lnTo>
                  <a:pt x="3305585" y="5728773"/>
                </a:lnTo>
                <a:lnTo>
                  <a:pt x="3351757" y="5721550"/>
                </a:lnTo>
                <a:lnTo>
                  <a:pt x="3397683" y="5713599"/>
                </a:lnTo>
                <a:lnTo>
                  <a:pt x="3443358" y="5704925"/>
                </a:lnTo>
                <a:lnTo>
                  <a:pt x="3488775" y="5695536"/>
                </a:lnTo>
                <a:lnTo>
                  <a:pt x="3533928" y="5685437"/>
                </a:lnTo>
                <a:lnTo>
                  <a:pt x="3578812" y="5674634"/>
                </a:lnTo>
                <a:lnTo>
                  <a:pt x="3623419" y="5663133"/>
                </a:lnTo>
                <a:lnTo>
                  <a:pt x="3667744" y="5650941"/>
                </a:lnTo>
                <a:lnTo>
                  <a:pt x="3711781" y="5638063"/>
                </a:lnTo>
                <a:lnTo>
                  <a:pt x="3755524" y="5624506"/>
                </a:lnTo>
                <a:lnTo>
                  <a:pt x="3798966" y="5610275"/>
                </a:lnTo>
                <a:lnTo>
                  <a:pt x="3842102" y="5595378"/>
                </a:lnTo>
                <a:lnTo>
                  <a:pt x="3884925" y="5579819"/>
                </a:lnTo>
                <a:lnTo>
                  <a:pt x="3927429" y="5563606"/>
                </a:lnTo>
                <a:lnTo>
                  <a:pt x="3969608" y="5546743"/>
                </a:lnTo>
                <a:lnTo>
                  <a:pt x="4011456" y="5529238"/>
                </a:lnTo>
                <a:lnTo>
                  <a:pt x="4052967" y="5511097"/>
                </a:lnTo>
                <a:lnTo>
                  <a:pt x="4094135" y="5492325"/>
                </a:lnTo>
                <a:lnTo>
                  <a:pt x="4134953" y="5472928"/>
                </a:lnTo>
                <a:lnTo>
                  <a:pt x="4175416" y="5452914"/>
                </a:lnTo>
                <a:lnTo>
                  <a:pt x="4215517" y="5432287"/>
                </a:lnTo>
                <a:lnTo>
                  <a:pt x="4255251" y="5411054"/>
                </a:lnTo>
                <a:lnTo>
                  <a:pt x="4294611" y="5389221"/>
                </a:lnTo>
                <a:lnTo>
                  <a:pt x="4333590" y="5366795"/>
                </a:lnTo>
                <a:lnTo>
                  <a:pt x="4372184" y="5343781"/>
                </a:lnTo>
                <a:lnTo>
                  <a:pt x="4410386" y="5320185"/>
                </a:lnTo>
                <a:lnTo>
                  <a:pt x="4448189" y="5296013"/>
                </a:lnTo>
                <a:lnTo>
                  <a:pt x="4485588" y="5271273"/>
                </a:lnTo>
                <a:lnTo>
                  <a:pt x="4522577" y="5245969"/>
                </a:lnTo>
                <a:lnTo>
                  <a:pt x="4559149" y="5220108"/>
                </a:lnTo>
                <a:lnTo>
                  <a:pt x="4595298" y="5193696"/>
                </a:lnTo>
                <a:lnTo>
                  <a:pt x="4631019" y="5166739"/>
                </a:lnTo>
                <a:lnTo>
                  <a:pt x="4666305" y="5139243"/>
                </a:lnTo>
                <a:lnTo>
                  <a:pt x="4701149" y="5111214"/>
                </a:lnTo>
                <a:lnTo>
                  <a:pt x="4735547" y="5082659"/>
                </a:lnTo>
                <a:lnTo>
                  <a:pt x="4769491" y="5053584"/>
                </a:lnTo>
                <a:lnTo>
                  <a:pt x="4802976" y="5023994"/>
                </a:lnTo>
                <a:lnTo>
                  <a:pt x="4835995" y="4993895"/>
                </a:lnTo>
                <a:lnTo>
                  <a:pt x="4868543" y="4963295"/>
                </a:lnTo>
                <a:lnTo>
                  <a:pt x="4900613" y="4932199"/>
                </a:lnTo>
                <a:lnTo>
                  <a:pt x="4932199" y="4900613"/>
                </a:lnTo>
                <a:lnTo>
                  <a:pt x="4963295" y="4868542"/>
                </a:lnTo>
                <a:lnTo>
                  <a:pt x="4993896" y="4835995"/>
                </a:lnTo>
                <a:lnTo>
                  <a:pt x="5023994" y="4802975"/>
                </a:lnTo>
                <a:lnTo>
                  <a:pt x="5053584" y="4769490"/>
                </a:lnTo>
                <a:lnTo>
                  <a:pt x="5082659" y="4735546"/>
                </a:lnTo>
                <a:lnTo>
                  <a:pt x="5111214" y="4701149"/>
                </a:lnTo>
                <a:lnTo>
                  <a:pt x="5139243" y="4666304"/>
                </a:lnTo>
                <a:lnTo>
                  <a:pt x="5166739" y="4631019"/>
                </a:lnTo>
                <a:lnTo>
                  <a:pt x="5193696" y="4595298"/>
                </a:lnTo>
                <a:lnTo>
                  <a:pt x="5220108" y="4559149"/>
                </a:lnTo>
                <a:lnTo>
                  <a:pt x="5245969" y="4522577"/>
                </a:lnTo>
                <a:lnTo>
                  <a:pt x="5271273" y="4485588"/>
                </a:lnTo>
                <a:lnTo>
                  <a:pt x="5296013" y="4448189"/>
                </a:lnTo>
                <a:lnTo>
                  <a:pt x="5320185" y="4410386"/>
                </a:lnTo>
                <a:lnTo>
                  <a:pt x="5343780" y="4372184"/>
                </a:lnTo>
                <a:lnTo>
                  <a:pt x="5366795" y="4333590"/>
                </a:lnTo>
                <a:lnTo>
                  <a:pt x="5389221" y="4294610"/>
                </a:lnTo>
                <a:lnTo>
                  <a:pt x="5411054" y="4255250"/>
                </a:lnTo>
                <a:lnTo>
                  <a:pt x="5432287" y="4215517"/>
                </a:lnTo>
                <a:lnTo>
                  <a:pt x="5452913" y="4175415"/>
                </a:lnTo>
                <a:lnTo>
                  <a:pt x="5472928" y="4134952"/>
                </a:lnTo>
                <a:lnTo>
                  <a:pt x="5492325" y="4094134"/>
                </a:lnTo>
                <a:lnTo>
                  <a:pt x="5511097" y="4052966"/>
                </a:lnTo>
                <a:lnTo>
                  <a:pt x="5529238" y="4011455"/>
                </a:lnTo>
                <a:lnTo>
                  <a:pt x="5546743" y="3969607"/>
                </a:lnTo>
                <a:lnTo>
                  <a:pt x="5563605" y="3927428"/>
                </a:lnTo>
                <a:lnTo>
                  <a:pt x="5579819" y="3884924"/>
                </a:lnTo>
                <a:lnTo>
                  <a:pt x="5595377" y="3842101"/>
                </a:lnTo>
                <a:lnTo>
                  <a:pt x="5610275" y="3798966"/>
                </a:lnTo>
                <a:lnTo>
                  <a:pt x="5624505" y="3755523"/>
                </a:lnTo>
                <a:lnTo>
                  <a:pt x="5638063" y="3711781"/>
                </a:lnTo>
                <a:lnTo>
                  <a:pt x="5650940" y="3667744"/>
                </a:lnTo>
                <a:lnTo>
                  <a:pt x="5663133" y="3623419"/>
                </a:lnTo>
                <a:lnTo>
                  <a:pt x="5674633" y="3578811"/>
                </a:lnTo>
                <a:lnTo>
                  <a:pt x="5685436" y="3533928"/>
                </a:lnTo>
                <a:lnTo>
                  <a:pt x="5695536" y="3488774"/>
                </a:lnTo>
                <a:lnTo>
                  <a:pt x="5704925" y="3443357"/>
                </a:lnTo>
                <a:lnTo>
                  <a:pt x="5713598" y="3397682"/>
                </a:lnTo>
                <a:lnTo>
                  <a:pt x="5721549" y="3351756"/>
                </a:lnTo>
                <a:lnTo>
                  <a:pt x="5728772" y="3305584"/>
                </a:lnTo>
                <a:lnTo>
                  <a:pt x="5735261" y="3259173"/>
                </a:lnTo>
                <a:lnTo>
                  <a:pt x="5741009" y="3212528"/>
                </a:lnTo>
                <a:lnTo>
                  <a:pt x="5746010" y="3165657"/>
                </a:lnTo>
                <a:lnTo>
                  <a:pt x="5750259" y="3118564"/>
                </a:lnTo>
                <a:lnTo>
                  <a:pt x="5753749" y="3071256"/>
                </a:lnTo>
                <a:lnTo>
                  <a:pt x="5756474" y="3023740"/>
                </a:lnTo>
                <a:lnTo>
                  <a:pt x="5758428" y="2976021"/>
                </a:lnTo>
                <a:lnTo>
                  <a:pt x="5759605" y="2928105"/>
                </a:lnTo>
                <a:lnTo>
                  <a:pt x="5759999" y="2879999"/>
                </a:lnTo>
                <a:lnTo>
                  <a:pt x="5759605" y="2831893"/>
                </a:lnTo>
                <a:lnTo>
                  <a:pt x="5758428" y="2783977"/>
                </a:lnTo>
                <a:lnTo>
                  <a:pt x="5756474" y="2736258"/>
                </a:lnTo>
                <a:lnTo>
                  <a:pt x="5753749" y="2688741"/>
                </a:lnTo>
                <a:lnTo>
                  <a:pt x="5750259" y="2641434"/>
                </a:lnTo>
                <a:lnTo>
                  <a:pt x="5746010" y="2594341"/>
                </a:lnTo>
                <a:lnTo>
                  <a:pt x="5741009" y="2547469"/>
                </a:lnTo>
                <a:lnTo>
                  <a:pt x="5735261" y="2500825"/>
                </a:lnTo>
                <a:lnTo>
                  <a:pt x="5728772" y="2454414"/>
                </a:lnTo>
                <a:lnTo>
                  <a:pt x="5721549" y="2408242"/>
                </a:lnTo>
                <a:lnTo>
                  <a:pt x="5713598" y="2362315"/>
                </a:lnTo>
                <a:lnTo>
                  <a:pt x="5704925" y="2316640"/>
                </a:lnTo>
                <a:lnTo>
                  <a:pt x="5695536" y="2271223"/>
                </a:lnTo>
                <a:lnTo>
                  <a:pt x="5685436" y="2226070"/>
                </a:lnTo>
                <a:lnTo>
                  <a:pt x="5674633" y="2181187"/>
                </a:lnTo>
                <a:lnTo>
                  <a:pt x="5663133" y="2136579"/>
                </a:lnTo>
                <a:lnTo>
                  <a:pt x="5650940" y="2092254"/>
                </a:lnTo>
                <a:lnTo>
                  <a:pt x="5638063" y="2048217"/>
                </a:lnTo>
                <a:lnTo>
                  <a:pt x="5624505" y="2004474"/>
                </a:lnTo>
                <a:lnTo>
                  <a:pt x="5610275" y="1961032"/>
                </a:lnTo>
                <a:lnTo>
                  <a:pt x="5595377" y="1917897"/>
                </a:lnTo>
                <a:lnTo>
                  <a:pt x="5579819" y="1875074"/>
                </a:lnTo>
                <a:lnTo>
                  <a:pt x="5563605" y="1832570"/>
                </a:lnTo>
                <a:lnTo>
                  <a:pt x="5546743" y="1790391"/>
                </a:lnTo>
                <a:lnTo>
                  <a:pt x="5529238" y="1748542"/>
                </a:lnTo>
                <a:lnTo>
                  <a:pt x="5511097" y="1707031"/>
                </a:lnTo>
                <a:lnTo>
                  <a:pt x="5492325" y="1665864"/>
                </a:lnTo>
                <a:lnTo>
                  <a:pt x="5472928" y="1625045"/>
                </a:lnTo>
                <a:lnTo>
                  <a:pt x="5452913" y="1584583"/>
                </a:lnTo>
                <a:lnTo>
                  <a:pt x="5432287" y="1544481"/>
                </a:lnTo>
                <a:lnTo>
                  <a:pt x="5411054" y="1504748"/>
                </a:lnTo>
                <a:lnTo>
                  <a:pt x="5389221" y="1465388"/>
                </a:lnTo>
                <a:lnTo>
                  <a:pt x="5366795" y="1426408"/>
                </a:lnTo>
                <a:lnTo>
                  <a:pt x="5343780" y="1387814"/>
                </a:lnTo>
                <a:lnTo>
                  <a:pt x="5320185" y="1349612"/>
                </a:lnTo>
                <a:lnTo>
                  <a:pt x="5296013" y="1311809"/>
                </a:lnTo>
                <a:lnTo>
                  <a:pt x="5271273" y="1274410"/>
                </a:lnTo>
                <a:lnTo>
                  <a:pt x="5245969" y="1237421"/>
                </a:lnTo>
                <a:lnTo>
                  <a:pt x="5220108" y="1200849"/>
                </a:lnTo>
                <a:lnTo>
                  <a:pt x="5193696" y="1164700"/>
                </a:lnTo>
                <a:lnTo>
                  <a:pt x="5166739" y="1128979"/>
                </a:lnTo>
                <a:lnTo>
                  <a:pt x="5139243" y="1093694"/>
                </a:lnTo>
                <a:lnTo>
                  <a:pt x="5111214" y="1058849"/>
                </a:lnTo>
                <a:lnTo>
                  <a:pt x="5082659" y="1024452"/>
                </a:lnTo>
                <a:lnTo>
                  <a:pt x="5053584" y="990508"/>
                </a:lnTo>
                <a:lnTo>
                  <a:pt x="5023994" y="957023"/>
                </a:lnTo>
                <a:lnTo>
                  <a:pt x="4993896" y="924004"/>
                </a:lnTo>
                <a:lnTo>
                  <a:pt x="4963295" y="891456"/>
                </a:lnTo>
                <a:lnTo>
                  <a:pt x="4932199" y="859386"/>
                </a:lnTo>
                <a:lnTo>
                  <a:pt x="4900613" y="827799"/>
                </a:lnTo>
                <a:lnTo>
                  <a:pt x="4868543" y="796703"/>
                </a:lnTo>
                <a:lnTo>
                  <a:pt x="4835995" y="766103"/>
                </a:lnTo>
                <a:lnTo>
                  <a:pt x="4802976" y="736005"/>
                </a:lnTo>
                <a:lnTo>
                  <a:pt x="4769491" y="706415"/>
                </a:lnTo>
                <a:lnTo>
                  <a:pt x="4735547" y="677339"/>
                </a:lnTo>
                <a:lnTo>
                  <a:pt x="4701149" y="648784"/>
                </a:lnTo>
                <a:lnTo>
                  <a:pt x="4666305" y="620756"/>
                </a:lnTo>
                <a:lnTo>
                  <a:pt x="4631019" y="593260"/>
                </a:lnTo>
                <a:lnTo>
                  <a:pt x="4595298" y="566303"/>
                </a:lnTo>
                <a:lnTo>
                  <a:pt x="4559149" y="539891"/>
                </a:lnTo>
                <a:lnTo>
                  <a:pt x="4522577" y="514030"/>
                </a:lnTo>
                <a:lnTo>
                  <a:pt x="4485588" y="488726"/>
                </a:lnTo>
                <a:lnTo>
                  <a:pt x="4448189" y="463985"/>
                </a:lnTo>
                <a:lnTo>
                  <a:pt x="4410386" y="439814"/>
                </a:lnTo>
                <a:lnTo>
                  <a:pt x="4372184" y="416218"/>
                </a:lnTo>
                <a:lnTo>
                  <a:pt x="4333590" y="393204"/>
                </a:lnTo>
                <a:lnTo>
                  <a:pt x="4294611" y="370777"/>
                </a:lnTo>
                <a:lnTo>
                  <a:pt x="4255251" y="348945"/>
                </a:lnTo>
                <a:lnTo>
                  <a:pt x="4215517" y="327712"/>
                </a:lnTo>
                <a:lnTo>
                  <a:pt x="4175416" y="307085"/>
                </a:lnTo>
                <a:lnTo>
                  <a:pt x="4134953" y="287070"/>
                </a:lnTo>
                <a:lnTo>
                  <a:pt x="4094135" y="267674"/>
                </a:lnTo>
                <a:lnTo>
                  <a:pt x="4052967" y="248902"/>
                </a:lnTo>
                <a:lnTo>
                  <a:pt x="4011456" y="230760"/>
                </a:lnTo>
                <a:lnTo>
                  <a:pt x="3969608" y="213255"/>
                </a:lnTo>
                <a:lnTo>
                  <a:pt x="3927429" y="196393"/>
                </a:lnTo>
                <a:lnTo>
                  <a:pt x="3884925" y="180180"/>
                </a:lnTo>
                <a:lnTo>
                  <a:pt x="3842102" y="164621"/>
                </a:lnTo>
                <a:lnTo>
                  <a:pt x="3798966" y="149723"/>
                </a:lnTo>
                <a:lnTo>
                  <a:pt x="3755524" y="135493"/>
                </a:lnTo>
                <a:lnTo>
                  <a:pt x="3711781" y="121936"/>
                </a:lnTo>
                <a:lnTo>
                  <a:pt x="3667744" y="109058"/>
                </a:lnTo>
                <a:lnTo>
                  <a:pt x="3623419" y="96866"/>
                </a:lnTo>
                <a:lnTo>
                  <a:pt x="3578812" y="85365"/>
                </a:lnTo>
                <a:lnTo>
                  <a:pt x="3533928" y="74562"/>
                </a:lnTo>
                <a:lnTo>
                  <a:pt x="3488775" y="64463"/>
                </a:lnTo>
                <a:lnTo>
                  <a:pt x="3443358" y="55073"/>
                </a:lnTo>
                <a:lnTo>
                  <a:pt x="3397683" y="46400"/>
                </a:lnTo>
                <a:lnTo>
                  <a:pt x="3351757" y="38449"/>
                </a:lnTo>
                <a:lnTo>
                  <a:pt x="3305585" y="31226"/>
                </a:lnTo>
                <a:lnTo>
                  <a:pt x="3259174" y="24738"/>
                </a:lnTo>
                <a:lnTo>
                  <a:pt x="3212529" y="18989"/>
                </a:lnTo>
                <a:lnTo>
                  <a:pt x="3165657" y="13988"/>
                </a:lnTo>
                <a:lnTo>
                  <a:pt x="3118565" y="9739"/>
                </a:lnTo>
                <a:lnTo>
                  <a:pt x="3071257" y="6249"/>
                </a:lnTo>
                <a:lnTo>
                  <a:pt x="3023741" y="3524"/>
                </a:lnTo>
                <a:lnTo>
                  <a:pt x="2976021" y="1570"/>
                </a:lnTo>
                <a:lnTo>
                  <a:pt x="2928106" y="393"/>
                </a:lnTo>
                <a:lnTo>
                  <a:pt x="2880000" y="0"/>
                </a:lnTo>
                <a:close/>
              </a:path>
            </a:pathLst>
          </a:custGeom>
          <a:solidFill>
            <a:srgbClr val="443DFF">
              <a:alpha val="107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379999" y="2945999"/>
            <a:ext cx="4800600" cy="4800600"/>
          </a:xfrm>
          <a:custGeom>
            <a:avLst/>
            <a:gdLst/>
            <a:ahLst/>
            <a:cxnLst/>
            <a:rect l="l" t="t" r="r" b="b"/>
            <a:pathLst>
              <a:path w="4800600" h="4800600">
                <a:moveTo>
                  <a:pt x="2400000" y="0"/>
                </a:moveTo>
                <a:lnTo>
                  <a:pt x="2351620" y="477"/>
                </a:lnTo>
                <a:lnTo>
                  <a:pt x="2303473" y="1905"/>
                </a:lnTo>
                <a:lnTo>
                  <a:pt x="2255568" y="4274"/>
                </a:lnTo>
                <a:lnTo>
                  <a:pt x="2207914" y="7574"/>
                </a:lnTo>
                <a:lnTo>
                  <a:pt x="2160519" y="11798"/>
                </a:lnTo>
                <a:lnTo>
                  <a:pt x="2113394" y="16936"/>
                </a:lnTo>
                <a:lnTo>
                  <a:pt x="2066546" y="22978"/>
                </a:lnTo>
                <a:lnTo>
                  <a:pt x="2019984" y="29917"/>
                </a:lnTo>
                <a:lnTo>
                  <a:pt x="1973719" y="37743"/>
                </a:lnTo>
                <a:lnTo>
                  <a:pt x="1927758" y="46447"/>
                </a:lnTo>
                <a:lnTo>
                  <a:pt x="1882110" y="56020"/>
                </a:lnTo>
                <a:lnTo>
                  <a:pt x="1836785" y="66453"/>
                </a:lnTo>
                <a:lnTo>
                  <a:pt x="1791792" y="77738"/>
                </a:lnTo>
                <a:lnTo>
                  <a:pt x="1747139" y="89865"/>
                </a:lnTo>
                <a:lnTo>
                  <a:pt x="1702835" y="102826"/>
                </a:lnTo>
                <a:lnTo>
                  <a:pt x="1658890" y="116610"/>
                </a:lnTo>
                <a:lnTo>
                  <a:pt x="1615312" y="131211"/>
                </a:lnTo>
                <a:lnTo>
                  <a:pt x="1572110" y="146617"/>
                </a:lnTo>
                <a:lnTo>
                  <a:pt x="1529294" y="162821"/>
                </a:lnTo>
                <a:lnTo>
                  <a:pt x="1486872" y="179814"/>
                </a:lnTo>
                <a:lnTo>
                  <a:pt x="1444853" y="197586"/>
                </a:lnTo>
                <a:lnTo>
                  <a:pt x="1403246" y="216129"/>
                </a:lnTo>
                <a:lnTo>
                  <a:pt x="1362060" y="235434"/>
                </a:lnTo>
                <a:lnTo>
                  <a:pt x="1321305" y="255491"/>
                </a:lnTo>
                <a:lnTo>
                  <a:pt x="1280988" y="276292"/>
                </a:lnTo>
                <a:lnTo>
                  <a:pt x="1241119" y="297828"/>
                </a:lnTo>
                <a:lnTo>
                  <a:pt x="1201708" y="320090"/>
                </a:lnTo>
                <a:lnTo>
                  <a:pt x="1162762" y="343068"/>
                </a:lnTo>
                <a:lnTo>
                  <a:pt x="1124291" y="366754"/>
                </a:lnTo>
                <a:lnTo>
                  <a:pt x="1086304" y="391140"/>
                </a:lnTo>
                <a:lnTo>
                  <a:pt x="1048810" y="416215"/>
                </a:lnTo>
                <a:lnTo>
                  <a:pt x="1011817" y="441971"/>
                </a:lnTo>
                <a:lnTo>
                  <a:pt x="975336" y="468399"/>
                </a:lnTo>
                <a:lnTo>
                  <a:pt x="939374" y="495491"/>
                </a:lnTo>
                <a:lnTo>
                  <a:pt x="903940" y="523236"/>
                </a:lnTo>
                <a:lnTo>
                  <a:pt x="869044" y="551627"/>
                </a:lnTo>
                <a:lnTo>
                  <a:pt x="834695" y="580653"/>
                </a:lnTo>
                <a:lnTo>
                  <a:pt x="800901" y="610307"/>
                </a:lnTo>
                <a:lnTo>
                  <a:pt x="767672" y="640580"/>
                </a:lnTo>
                <a:lnTo>
                  <a:pt x="735017" y="671461"/>
                </a:lnTo>
                <a:lnTo>
                  <a:pt x="702943" y="702943"/>
                </a:lnTo>
                <a:lnTo>
                  <a:pt x="671461" y="735017"/>
                </a:lnTo>
                <a:lnTo>
                  <a:pt x="640580" y="767672"/>
                </a:lnTo>
                <a:lnTo>
                  <a:pt x="610307" y="800901"/>
                </a:lnTo>
                <a:lnTo>
                  <a:pt x="580653" y="834695"/>
                </a:lnTo>
                <a:lnTo>
                  <a:pt x="551627" y="869044"/>
                </a:lnTo>
                <a:lnTo>
                  <a:pt x="523236" y="903940"/>
                </a:lnTo>
                <a:lnTo>
                  <a:pt x="495491" y="939374"/>
                </a:lnTo>
                <a:lnTo>
                  <a:pt x="468399" y="975336"/>
                </a:lnTo>
                <a:lnTo>
                  <a:pt x="441971" y="1011817"/>
                </a:lnTo>
                <a:lnTo>
                  <a:pt x="416215" y="1048810"/>
                </a:lnTo>
                <a:lnTo>
                  <a:pt x="391140" y="1086304"/>
                </a:lnTo>
                <a:lnTo>
                  <a:pt x="366754" y="1124291"/>
                </a:lnTo>
                <a:lnTo>
                  <a:pt x="343068" y="1162762"/>
                </a:lnTo>
                <a:lnTo>
                  <a:pt x="320090" y="1201708"/>
                </a:lnTo>
                <a:lnTo>
                  <a:pt x="297828" y="1241119"/>
                </a:lnTo>
                <a:lnTo>
                  <a:pt x="276292" y="1280988"/>
                </a:lnTo>
                <a:lnTo>
                  <a:pt x="255491" y="1321305"/>
                </a:lnTo>
                <a:lnTo>
                  <a:pt x="235434" y="1362060"/>
                </a:lnTo>
                <a:lnTo>
                  <a:pt x="216129" y="1403246"/>
                </a:lnTo>
                <a:lnTo>
                  <a:pt x="197586" y="1444853"/>
                </a:lnTo>
                <a:lnTo>
                  <a:pt x="179814" y="1486872"/>
                </a:lnTo>
                <a:lnTo>
                  <a:pt x="162821" y="1529294"/>
                </a:lnTo>
                <a:lnTo>
                  <a:pt x="146617" y="1572110"/>
                </a:lnTo>
                <a:lnTo>
                  <a:pt x="131211" y="1615312"/>
                </a:lnTo>
                <a:lnTo>
                  <a:pt x="116610" y="1658890"/>
                </a:lnTo>
                <a:lnTo>
                  <a:pt x="102826" y="1702835"/>
                </a:lnTo>
                <a:lnTo>
                  <a:pt x="89865" y="1747139"/>
                </a:lnTo>
                <a:lnTo>
                  <a:pt x="77738" y="1791792"/>
                </a:lnTo>
                <a:lnTo>
                  <a:pt x="66453" y="1836785"/>
                </a:lnTo>
                <a:lnTo>
                  <a:pt x="56020" y="1882110"/>
                </a:lnTo>
                <a:lnTo>
                  <a:pt x="46447" y="1927758"/>
                </a:lnTo>
                <a:lnTo>
                  <a:pt x="37743" y="1973719"/>
                </a:lnTo>
                <a:lnTo>
                  <a:pt x="29917" y="2019984"/>
                </a:lnTo>
                <a:lnTo>
                  <a:pt x="22978" y="2066546"/>
                </a:lnTo>
                <a:lnTo>
                  <a:pt x="16936" y="2113394"/>
                </a:lnTo>
                <a:lnTo>
                  <a:pt x="11798" y="2160519"/>
                </a:lnTo>
                <a:lnTo>
                  <a:pt x="7574" y="2207914"/>
                </a:lnTo>
                <a:lnTo>
                  <a:pt x="4274" y="2255568"/>
                </a:lnTo>
                <a:lnTo>
                  <a:pt x="1905" y="2303473"/>
                </a:lnTo>
                <a:lnTo>
                  <a:pt x="477" y="2351620"/>
                </a:lnTo>
                <a:lnTo>
                  <a:pt x="0" y="2400000"/>
                </a:lnTo>
                <a:lnTo>
                  <a:pt x="477" y="2448380"/>
                </a:lnTo>
                <a:lnTo>
                  <a:pt x="1905" y="2496527"/>
                </a:lnTo>
                <a:lnTo>
                  <a:pt x="4274" y="2544432"/>
                </a:lnTo>
                <a:lnTo>
                  <a:pt x="7574" y="2592086"/>
                </a:lnTo>
                <a:lnTo>
                  <a:pt x="11798" y="2639480"/>
                </a:lnTo>
                <a:lnTo>
                  <a:pt x="16936" y="2686606"/>
                </a:lnTo>
                <a:lnTo>
                  <a:pt x="22978" y="2733454"/>
                </a:lnTo>
                <a:lnTo>
                  <a:pt x="29917" y="2780015"/>
                </a:lnTo>
                <a:lnTo>
                  <a:pt x="37743" y="2826281"/>
                </a:lnTo>
                <a:lnTo>
                  <a:pt x="46447" y="2872242"/>
                </a:lnTo>
                <a:lnTo>
                  <a:pt x="56020" y="2917889"/>
                </a:lnTo>
                <a:lnTo>
                  <a:pt x="66453" y="2963214"/>
                </a:lnTo>
                <a:lnTo>
                  <a:pt x="77738" y="3008208"/>
                </a:lnTo>
                <a:lnTo>
                  <a:pt x="89865" y="3052861"/>
                </a:lnTo>
                <a:lnTo>
                  <a:pt x="102826" y="3097165"/>
                </a:lnTo>
                <a:lnTo>
                  <a:pt x="116610" y="3141110"/>
                </a:lnTo>
                <a:lnTo>
                  <a:pt x="131211" y="3184688"/>
                </a:lnTo>
                <a:lnTo>
                  <a:pt x="146617" y="3227889"/>
                </a:lnTo>
                <a:lnTo>
                  <a:pt x="162821" y="3270706"/>
                </a:lnTo>
                <a:lnTo>
                  <a:pt x="179814" y="3313128"/>
                </a:lnTo>
                <a:lnTo>
                  <a:pt x="197586" y="3355147"/>
                </a:lnTo>
                <a:lnTo>
                  <a:pt x="216129" y="3396754"/>
                </a:lnTo>
                <a:lnTo>
                  <a:pt x="235434" y="3437939"/>
                </a:lnTo>
                <a:lnTo>
                  <a:pt x="255491" y="3478695"/>
                </a:lnTo>
                <a:lnTo>
                  <a:pt x="276292" y="3519012"/>
                </a:lnTo>
                <a:lnTo>
                  <a:pt x="297828" y="3558880"/>
                </a:lnTo>
                <a:lnTo>
                  <a:pt x="320090" y="3598292"/>
                </a:lnTo>
                <a:lnTo>
                  <a:pt x="343068" y="3637238"/>
                </a:lnTo>
                <a:lnTo>
                  <a:pt x="366754" y="3675708"/>
                </a:lnTo>
                <a:lnTo>
                  <a:pt x="391140" y="3713695"/>
                </a:lnTo>
                <a:lnTo>
                  <a:pt x="416215" y="3751190"/>
                </a:lnTo>
                <a:lnTo>
                  <a:pt x="441971" y="3788182"/>
                </a:lnTo>
                <a:lnTo>
                  <a:pt x="468399" y="3824664"/>
                </a:lnTo>
                <a:lnTo>
                  <a:pt x="495491" y="3860626"/>
                </a:lnTo>
                <a:lnTo>
                  <a:pt x="523236" y="3896059"/>
                </a:lnTo>
                <a:lnTo>
                  <a:pt x="551627" y="3930955"/>
                </a:lnTo>
                <a:lnTo>
                  <a:pt x="580653" y="3965304"/>
                </a:lnTo>
                <a:lnTo>
                  <a:pt x="610307" y="3999098"/>
                </a:lnTo>
                <a:lnTo>
                  <a:pt x="640580" y="4032327"/>
                </a:lnTo>
                <a:lnTo>
                  <a:pt x="671461" y="4064983"/>
                </a:lnTo>
                <a:lnTo>
                  <a:pt x="702943" y="4097056"/>
                </a:lnTo>
                <a:lnTo>
                  <a:pt x="735017" y="4128538"/>
                </a:lnTo>
                <a:lnTo>
                  <a:pt x="767672" y="4159420"/>
                </a:lnTo>
                <a:lnTo>
                  <a:pt x="800901" y="4189692"/>
                </a:lnTo>
                <a:lnTo>
                  <a:pt x="834695" y="4219346"/>
                </a:lnTo>
                <a:lnTo>
                  <a:pt x="869044" y="4248373"/>
                </a:lnTo>
                <a:lnTo>
                  <a:pt x="903940" y="4276764"/>
                </a:lnTo>
                <a:lnTo>
                  <a:pt x="939374" y="4304509"/>
                </a:lnTo>
                <a:lnTo>
                  <a:pt x="975336" y="4331600"/>
                </a:lnTo>
                <a:lnTo>
                  <a:pt x="1011817" y="4358029"/>
                </a:lnTo>
                <a:lnTo>
                  <a:pt x="1048810" y="4383785"/>
                </a:lnTo>
                <a:lnTo>
                  <a:pt x="1086304" y="4408860"/>
                </a:lnTo>
                <a:lnTo>
                  <a:pt x="1124291" y="4433245"/>
                </a:lnTo>
                <a:lnTo>
                  <a:pt x="1162762" y="4456932"/>
                </a:lnTo>
                <a:lnTo>
                  <a:pt x="1201708" y="4479910"/>
                </a:lnTo>
                <a:lnTo>
                  <a:pt x="1241119" y="4502172"/>
                </a:lnTo>
                <a:lnTo>
                  <a:pt x="1280988" y="4523707"/>
                </a:lnTo>
                <a:lnTo>
                  <a:pt x="1321305" y="4544508"/>
                </a:lnTo>
                <a:lnTo>
                  <a:pt x="1362060" y="4564566"/>
                </a:lnTo>
                <a:lnTo>
                  <a:pt x="1403246" y="4583870"/>
                </a:lnTo>
                <a:lnTo>
                  <a:pt x="1444853" y="4602413"/>
                </a:lnTo>
                <a:lnTo>
                  <a:pt x="1486872" y="4620185"/>
                </a:lnTo>
                <a:lnTo>
                  <a:pt x="1529294" y="4637178"/>
                </a:lnTo>
                <a:lnTo>
                  <a:pt x="1572110" y="4653382"/>
                </a:lnTo>
                <a:lnTo>
                  <a:pt x="1615312" y="4668789"/>
                </a:lnTo>
                <a:lnTo>
                  <a:pt x="1658890" y="4683389"/>
                </a:lnTo>
                <a:lnTo>
                  <a:pt x="1702835" y="4697174"/>
                </a:lnTo>
                <a:lnTo>
                  <a:pt x="1747139" y="4710134"/>
                </a:lnTo>
                <a:lnTo>
                  <a:pt x="1791792" y="4722261"/>
                </a:lnTo>
                <a:lnTo>
                  <a:pt x="1836785" y="4733546"/>
                </a:lnTo>
                <a:lnTo>
                  <a:pt x="1882110" y="4743980"/>
                </a:lnTo>
                <a:lnTo>
                  <a:pt x="1927758" y="4753553"/>
                </a:lnTo>
                <a:lnTo>
                  <a:pt x="1973719" y="4762257"/>
                </a:lnTo>
                <a:lnTo>
                  <a:pt x="2019984" y="4770083"/>
                </a:lnTo>
                <a:lnTo>
                  <a:pt x="2066546" y="4777021"/>
                </a:lnTo>
                <a:lnTo>
                  <a:pt x="2113394" y="4783064"/>
                </a:lnTo>
                <a:lnTo>
                  <a:pt x="2160519" y="4788202"/>
                </a:lnTo>
                <a:lnTo>
                  <a:pt x="2207914" y="4792425"/>
                </a:lnTo>
                <a:lnTo>
                  <a:pt x="2255568" y="4795726"/>
                </a:lnTo>
                <a:lnTo>
                  <a:pt x="2303473" y="4798094"/>
                </a:lnTo>
                <a:lnTo>
                  <a:pt x="2351620" y="4799522"/>
                </a:lnTo>
                <a:lnTo>
                  <a:pt x="2400000" y="4800000"/>
                </a:lnTo>
                <a:lnTo>
                  <a:pt x="2448380" y="4799522"/>
                </a:lnTo>
                <a:lnTo>
                  <a:pt x="2496527" y="4798094"/>
                </a:lnTo>
                <a:lnTo>
                  <a:pt x="2544432" y="4795726"/>
                </a:lnTo>
                <a:lnTo>
                  <a:pt x="2592086" y="4792425"/>
                </a:lnTo>
                <a:lnTo>
                  <a:pt x="2639480" y="4788202"/>
                </a:lnTo>
                <a:lnTo>
                  <a:pt x="2686606" y="4783064"/>
                </a:lnTo>
                <a:lnTo>
                  <a:pt x="2733454" y="4777021"/>
                </a:lnTo>
                <a:lnTo>
                  <a:pt x="2780015" y="4770083"/>
                </a:lnTo>
                <a:lnTo>
                  <a:pt x="2826281" y="4762257"/>
                </a:lnTo>
                <a:lnTo>
                  <a:pt x="2872242" y="4753553"/>
                </a:lnTo>
                <a:lnTo>
                  <a:pt x="2917889" y="4743980"/>
                </a:lnTo>
                <a:lnTo>
                  <a:pt x="2963214" y="4733546"/>
                </a:lnTo>
                <a:lnTo>
                  <a:pt x="3008208" y="4722261"/>
                </a:lnTo>
                <a:lnTo>
                  <a:pt x="3052861" y="4710134"/>
                </a:lnTo>
                <a:lnTo>
                  <a:pt x="3097165" y="4697174"/>
                </a:lnTo>
                <a:lnTo>
                  <a:pt x="3141110" y="4683389"/>
                </a:lnTo>
                <a:lnTo>
                  <a:pt x="3184688" y="4668789"/>
                </a:lnTo>
                <a:lnTo>
                  <a:pt x="3227889" y="4653382"/>
                </a:lnTo>
                <a:lnTo>
                  <a:pt x="3270706" y="4637178"/>
                </a:lnTo>
                <a:lnTo>
                  <a:pt x="3313128" y="4620185"/>
                </a:lnTo>
                <a:lnTo>
                  <a:pt x="3355147" y="4602413"/>
                </a:lnTo>
                <a:lnTo>
                  <a:pt x="3396754" y="4583870"/>
                </a:lnTo>
                <a:lnTo>
                  <a:pt x="3437939" y="4564566"/>
                </a:lnTo>
                <a:lnTo>
                  <a:pt x="3478695" y="4544508"/>
                </a:lnTo>
                <a:lnTo>
                  <a:pt x="3519012" y="4523707"/>
                </a:lnTo>
                <a:lnTo>
                  <a:pt x="3558880" y="4502172"/>
                </a:lnTo>
                <a:lnTo>
                  <a:pt x="3598292" y="4479910"/>
                </a:lnTo>
                <a:lnTo>
                  <a:pt x="3637238" y="4456932"/>
                </a:lnTo>
                <a:lnTo>
                  <a:pt x="3675708" y="4433245"/>
                </a:lnTo>
                <a:lnTo>
                  <a:pt x="3713695" y="4408860"/>
                </a:lnTo>
                <a:lnTo>
                  <a:pt x="3751190" y="4383785"/>
                </a:lnTo>
                <a:lnTo>
                  <a:pt x="3788182" y="4358029"/>
                </a:lnTo>
                <a:lnTo>
                  <a:pt x="3824664" y="4331600"/>
                </a:lnTo>
                <a:lnTo>
                  <a:pt x="3860626" y="4304509"/>
                </a:lnTo>
                <a:lnTo>
                  <a:pt x="3896059" y="4276764"/>
                </a:lnTo>
                <a:lnTo>
                  <a:pt x="3930955" y="4248373"/>
                </a:lnTo>
                <a:lnTo>
                  <a:pt x="3965304" y="4219346"/>
                </a:lnTo>
                <a:lnTo>
                  <a:pt x="3999098" y="4189692"/>
                </a:lnTo>
                <a:lnTo>
                  <a:pt x="4032327" y="4159420"/>
                </a:lnTo>
                <a:lnTo>
                  <a:pt x="4064983" y="4128538"/>
                </a:lnTo>
                <a:lnTo>
                  <a:pt x="4097056" y="4097056"/>
                </a:lnTo>
                <a:lnTo>
                  <a:pt x="4128538" y="4064983"/>
                </a:lnTo>
                <a:lnTo>
                  <a:pt x="4159420" y="4032327"/>
                </a:lnTo>
                <a:lnTo>
                  <a:pt x="4189692" y="3999098"/>
                </a:lnTo>
                <a:lnTo>
                  <a:pt x="4219346" y="3965304"/>
                </a:lnTo>
                <a:lnTo>
                  <a:pt x="4248373" y="3930955"/>
                </a:lnTo>
                <a:lnTo>
                  <a:pt x="4276764" y="3896059"/>
                </a:lnTo>
                <a:lnTo>
                  <a:pt x="4304509" y="3860626"/>
                </a:lnTo>
                <a:lnTo>
                  <a:pt x="4331600" y="3824664"/>
                </a:lnTo>
                <a:lnTo>
                  <a:pt x="4358029" y="3788182"/>
                </a:lnTo>
                <a:lnTo>
                  <a:pt x="4383785" y="3751190"/>
                </a:lnTo>
                <a:lnTo>
                  <a:pt x="4408860" y="3713695"/>
                </a:lnTo>
                <a:lnTo>
                  <a:pt x="4433245" y="3675708"/>
                </a:lnTo>
                <a:lnTo>
                  <a:pt x="4456932" y="3637238"/>
                </a:lnTo>
                <a:lnTo>
                  <a:pt x="4479910" y="3598292"/>
                </a:lnTo>
                <a:lnTo>
                  <a:pt x="4502172" y="3558880"/>
                </a:lnTo>
                <a:lnTo>
                  <a:pt x="4523707" y="3519012"/>
                </a:lnTo>
                <a:lnTo>
                  <a:pt x="4544508" y="3478695"/>
                </a:lnTo>
                <a:lnTo>
                  <a:pt x="4564566" y="3437939"/>
                </a:lnTo>
                <a:lnTo>
                  <a:pt x="4583870" y="3396754"/>
                </a:lnTo>
                <a:lnTo>
                  <a:pt x="4602413" y="3355147"/>
                </a:lnTo>
                <a:lnTo>
                  <a:pt x="4620185" y="3313128"/>
                </a:lnTo>
                <a:lnTo>
                  <a:pt x="4637178" y="3270706"/>
                </a:lnTo>
                <a:lnTo>
                  <a:pt x="4653382" y="3227889"/>
                </a:lnTo>
                <a:lnTo>
                  <a:pt x="4668789" y="3184688"/>
                </a:lnTo>
                <a:lnTo>
                  <a:pt x="4683389" y="3141110"/>
                </a:lnTo>
                <a:lnTo>
                  <a:pt x="4697174" y="3097165"/>
                </a:lnTo>
                <a:lnTo>
                  <a:pt x="4710134" y="3052861"/>
                </a:lnTo>
                <a:lnTo>
                  <a:pt x="4722261" y="3008208"/>
                </a:lnTo>
                <a:lnTo>
                  <a:pt x="4733546" y="2963214"/>
                </a:lnTo>
                <a:lnTo>
                  <a:pt x="4743980" y="2917889"/>
                </a:lnTo>
                <a:lnTo>
                  <a:pt x="4753553" y="2872242"/>
                </a:lnTo>
                <a:lnTo>
                  <a:pt x="4762257" y="2826281"/>
                </a:lnTo>
                <a:lnTo>
                  <a:pt x="4770083" y="2780015"/>
                </a:lnTo>
                <a:lnTo>
                  <a:pt x="4777021" y="2733454"/>
                </a:lnTo>
                <a:lnTo>
                  <a:pt x="4783064" y="2686606"/>
                </a:lnTo>
                <a:lnTo>
                  <a:pt x="4788202" y="2639480"/>
                </a:lnTo>
                <a:lnTo>
                  <a:pt x="4792425" y="2592086"/>
                </a:lnTo>
                <a:lnTo>
                  <a:pt x="4795726" y="2544432"/>
                </a:lnTo>
                <a:lnTo>
                  <a:pt x="4798094" y="2496527"/>
                </a:lnTo>
                <a:lnTo>
                  <a:pt x="4799522" y="2448380"/>
                </a:lnTo>
                <a:lnTo>
                  <a:pt x="4800000" y="2400000"/>
                </a:lnTo>
                <a:lnTo>
                  <a:pt x="4799522" y="2351620"/>
                </a:lnTo>
                <a:lnTo>
                  <a:pt x="4798094" y="2303473"/>
                </a:lnTo>
                <a:lnTo>
                  <a:pt x="4795726" y="2255568"/>
                </a:lnTo>
                <a:lnTo>
                  <a:pt x="4792425" y="2207914"/>
                </a:lnTo>
                <a:lnTo>
                  <a:pt x="4788202" y="2160519"/>
                </a:lnTo>
                <a:lnTo>
                  <a:pt x="4783064" y="2113394"/>
                </a:lnTo>
                <a:lnTo>
                  <a:pt x="4777021" y="2066546"/>
                </a:lnTo>
                <a:lnTo>
                  <a:pt x="4770083" y="2019984"/>
                </a:lnTo>
                <a:lnTo>
                  <a:pt x="4762257" y="1973719"/>
                </a:lnTo>
                <a:lnTo>
                  <a:pt x="4753553" y="1927758"/>
                </a:lnTo>
                <a:lnTo>
                  <a:pt x="4743980" y="1882110"/>
                </a:lnTo>
                <a:lnTo>
                  <a:pt x="4733546" y="1836785"/>
                </a:lnTo>
                <a:lnTo>
                  <a:pt x="4722261" y="1791792"/>
                </a:lnTo>
                <a:lnTo>
                  <a:pt x="4710134" y="1747139"/>
                </a:lnTo>
                <a:lnTo>
                  <a:pt x="4697174" y="1702835"/>
                </a:lnTo>
                <a:lnTo>
                  <a:pt x="4683389" y="1658890"/>
                </a:lnTo>
                <a:lnTo>
                  <a:pt x="4668789" y="1615312"/>
                </a:lnTo>
                <a:lnTo>
                  <a:pt x="4653382" y="1572110"/>
                </a:lnTo>
                <a:lnTo>
                  <a:pt x="4637178" y="1529294"/>
                </a:lnTo>
                <a:lnTo>
                  <a:pt x="4620185" y="1486872"/>
                </a:lnTo>
                <a:lnTo>
                  <a:pt x="4602413" y="1444853"/>
                </a:lnTo>
                <a:lnTo>
                  <a:pt x="4583870" y="1403246"/>
                </a:lnTo>
                <a:lnTo>
                  <a:pt x="4564566" y="1362060"/>
                </a:lnTo>
                <a:lnTo>
                  <a:pt x="4544508" y="1321305"/>
                </a:lnTo>
                <a:lnTo>
                  <a:pt x="4523707" y="1280988"/>
                </a:lnTo>
                <a:lnTo>
                  <a:pt x="4502172" y="1241119"/>
                </a:lnTo>
                <a:lnTo>
                  <a:pt x="4479910" y="1201708"/>
                </a:lnTo>
                <a:lnTo>
                  <a:pt x="4456932" y="1162762"/>
                </a:lnTo>
                <a:lnTo>
                  <a:pt x="4433245" y="1124291"/>
                </a:lnTo>
                <a:lnTo>
                  <a:pt x="4408860" y="1086304"/>
                </a:lnTo>
                <a:lnTo>
                  <a:pt x="4383785" y="1048810"/>
                </a:lnTo>
                <a:lnTo>
                  <a:pt x="4358029" y="1011817"/>
                </a:lnTo>
                <a:lnTo>
                  <a:pt x="4331600" y="975336"/>
                </a:lnTo>
                <a:lnTo>
                  <a:pt x="4304509" y="939374"/>
                </a:lnTo>
                <a:lnTo>
                  <a:pt x="4276764" y="903940"/>
                </a:lnTo>
                <a:lnTo>
                  <a:pt x="4248373" y="869044"/>
                </a:lnTo>
                <a:lnTo>
                  <a:pt x="4219346" y="834695"/>
                </a:lnTo>
                <a:lnTo>
                  <a:pt x="4189692" y="800901"/>
                </a:lnTo>
                <a:lnTo>
                  <a:pt x="4159420" y="767672"/>
                </a:lnTo>
                <a:lnTo>
                  <a:pt x="4128538" y="735017"/>
                </a:lnTo>
                <a:lnTo>
                  <a:pt x="4097056" y="702943"/>
                </a:lnTo>
                <a:lnTo>
                  <a:pt x="4064983" y="671461"/>
                </a:lnTo>
                <a:lnTo>
                  <a:pt x="4032327" y="640580"/>
                </a:lnTo>
                <a:lnTo>
                  <a:pt x="3999098" y="610307"/>
                </a:lnTo>
                <a:lnTo>
                  <a:pt x="3965304" y="580653"/>
                </a:lnTo>
                <a:lnTo>
                  <a:pt x="3930955" y="551627"/>
                </a:lnTo>
                <a:lnTo>
                  <a:pt x="3896059" y="523236"/>
                </a:lnTo>
                <a:lnTo>
                  <a:pt x="3860626" y="495491"/>
                </a:lnTo>
                <a:lnTo>
                  <a:pt x="3824664" y="468399"/>
                </a:lnTo>
                <a:lnTo>
                  <a:pt x="3788182" y="441971"/>
                </a:lnTo>
                <a:lnTo>
                  <a:pt x="3751190" y="416215"/>
                </a:lnTo>
                <a:lnTo>
                  <a:pt x="3713695" y="391140"/>
                </a:lnTo>
                <a:lnTo>
                  <a:pt x="3675708" y="366754"/>
                </a:lnTo>
                <a:lnTo>
                  <a:pt x="3637238" y="343068"/>
                </a:lnTo>
                <a:lnTo>
                  <a:pt x="3598292" y="320090"/>
                </a:lnTo>
                <a:lnTo>
                  <a:pt x="3558880" y="297828"/>
                </a:lnTo>
                <a:lnTo>
                  <a:pt x="3519012" y="276292"/>
                </a:lnTo>
                <a:lnTo>
                  <a:pt x="3478695" y="255491"/>
                </a:lnTo>
                <a:lnTo>
                  <a:pt x="3437939" y="235434"/>
                </a:lnTo>
                <a:lnTo>
                  <a:pt x="3396754" y="216129"/>
                </a:lnTo>
                <a:lnTo>
                  <a:pt x="3355147" y="197586"/>
                </a:lnTo>
                <a:lnTo>
                  <a:pt x="3313128" y="179814"/>
                </a:lnTo>
                <a:lnTo>
                  <a:pt x="3270706" y="162821"/>
                </a:lnTo>
                <a:lnTo>
                  <a:pt x="3227889" y="146617"/>
                </a:lnTo>
                <a:lnTo>
                  <a:pt x="3184688" y="131211"/>
                </a:lnTo>
                <a:lnTo>
                  <a:pt x="3141110" y="116610"/>
                </a:lnTo>
                <a:lnTo>
                  <a:pt x="3097165" y="102826"/>
                </a:lnTo>
                <a:lnTo>
                  <a:pt x="3052861" y="89865"/>
                </a:lnTo>
                <a:lnTo>
                  <a:pt x="3008208" y="77738"/>
                </a:lnTo>
                <a:lnTo>
                  <a:pt x="2963214" y="66453"/>
                </a:lnTo>
                <a:lnTo>
                  <a:pt x="2917889" y="56020"/>
                </a:lnTo>
                <a:lnTo>
                  <a:pt x="2872242" y="46447"/>
                </a:lnTo>
                <a:lnTo>
                  <a:pt x="2826281" y="37743"/>
                </a:lnTo>
                <a:lnTo>
                  <a:pt x="2780015" y="29917"/>
                </a:lnTo>
                <a:lnTo>
                  <a:pt x="2733454" y="22978"/>
                </a:lnTo>
                <a:lnTo>
                  <a:pt x="2686606" y="16936"/>
                </a:lnTo>
                <a:lnTo>
                  <a:pt x="2639480" y="11798"/>
                </a:lnTo>
                <a:lnTo>
                  <a:pt x="2592086" y="7574"/>
                </a:lnTo>
                <a:lnTo>
                  <a:pt x="2544432" y="4274"/>
                </a:lnTo>
                <a:lnTo>
                  <a:pt x="2496527" y="1905"/>
                </a:lnTo>
                <a:lnTo>
                  <a:pt x="2448380" y="477"/>
                </a:lnTo>
                <a:lnTo>
                  <a:pt x="2400000" y="0"/>
                </a:lnTo>
                <a:close/>
              </a:path>
            </a:pathLst>
          </a:custGeom>
          <a:solidFill>
            <a:srgbClr val="443DFF">
              <a:alpha val="8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860000" y="3425999"/>
            <a:ext cx="3840479" cy="3840479"/>
          </a:xfrm>
          <a:custGeom>
            <a:avLst/>
            <a:gdLst/>
            <a:ahLst/>
            <a:cxnLst/>
            <a:rect l="l" t="t" r="r" b="b"/>
            <a:pathLst>
              <a:path w="3840479" h="3840479">
                <a:moveTo>
                  <a:pt x="1919999" y="0"/>
                </a:moveTo>
                <a:lnTo>
                  <a:pt x="1871941" y="589"/>
                </a:lnTo>
                <a:lnTo>
                  <a:pt x="1824172" y="2349"/>
                </a:lnTo>
                <a:lnTo>
                  <a:pt x="1776708" y="5266"/>
                </a:lnTo>
                <a:lnTo>
                  <a:pt x="1729561" y="9325"/>
                </a:lnTo>
                <a:lnTo>
                  <a:pt x="1682746" y="14514"/>
                </a:lnTo>
                <a:lnTo>
                  <a:pt x="1636276" y="20817"/>
                </a:lnTo>
                <a:lnTo>
                  <a:pt x="1590165" y="28222"/>
                </a:lnTo>
                <a:lnTo>
                  <a:pt x="1544427" y="36715"/>
                </a:lnTo>
                <a:lnTo>
                  <a:pt x="1499076" y="46283"/>
                </a:lnTo>
                <a:lnTo>
                  <a:pt x="1454125" y="56910"/>
                </a:lnTo>
                <a:lnTo>
                  <a:pt x="1409587" y="68584"/>
                </a:lnTo>
                <a:lnTo>
                  <a:pt x="1365478" y="81290"/>
                </a:lnTo>
                <a:lnTo>
                  <a:pt x="1321810" y="95016"/>
                </a:lnTo>
                <a:lnTo>
                  <a:pt x="1278598" y="109747"/>
                </a:lnTo>
                <a:lnTo>
                  <a:pt x="1235855" y="125470"/>
                </a:lnTo>
                <a:lnTo>
                  <a:pt x="1193594" y="142170"/>
                </a:lnTo>
                <a:lnTo>
                  <a:pt x="1151830" y="159834"/>
                </a:lnTo>
                <a:lnTo>
                  <a:pt x="1110576" y="178449"/>
                </a:lnTo>
                <a:lnTo>
                  <a:pt x="1069846" y="198000"/>
                </a:lnTo>
                <a:lnTo>
                  <a:pt x="1029654" y="218474"/>
                </a:lnTo>
                <a:lnTo>
                  <a:pt x="990014" y="239857"/>
                </a:lnTo>
                <a:lnTo>
                  <a:pt x="950939" y="262136"/>
                </a:lnTo>
                <a:lnTo>
                  <a:pt x="912443" y="285296"/>
                </a:lnTo>
                <a:lnTo>
                  <a:pt x="874539" y="309323"/>
                </a:lnTo>
                <a:lnTo>
                  <a:pt x="837243" y="334205"/>
                </a:lnTo>
                <a:lnTo>
                  <a:pt x="800566" y="359927"/>
                </a:lnTo>
                <a:lnTo>
                  <a:pt x="764524" y="386476"/>
                </a:lnTo>
                <a:lnTo>
                  <a:pt x="729129" y="413837"/>
                </a:lnTo>
                <a:lnTo>
                  <a:pt x="694396" y="441997"/>
                </a:lnTo>
                <a:lnTo>
                  <a:pt x="660339" y="470943"/>
                </a:lnTo>
                <a:lnTo>
                  <a:pt x="626970" y="500660"/>
                </a:lnTo>
                <a:lnTo>
                  <a:pt x="594304" y="531135"/>
                </a:lnTo>
                <a:lnTo>
                  <a:pt x="562355" y="562355"/>
                </a:lnTo>
                <a:lnTo>
                  <a:pt x="531135" y="594304"/>
                </a:lnTo>
                <a:lnTo>
                  <a:pt x="500660" y="626970"/>
                </a:lnTo>
                <a:lnTo>
                  <a:pt x="470943" y="660339"/>
                </a:lnTo>
                <a:lnTo>
                  <a:pt x="441997" y="694396"/>
                </a:lnTo>
                <a:lnTo>
                  <a:pt x="413837" y="729129"/>
                </a:lnTo>
                <a:lnTo>
                  <a:pt x="386476" y="764524"/>
                </a:lnTo>
                <a:lnTo>
                  <a:pt x="359927" y="800566"/>
                </a:lnTo>
                <a:lnTo>
                  <a:pt x="334205" y="837243"/>
                </a:lnTo>
                <a:lnTo>
                  <a:pt x="309323" y="874539"/>
                </a:lnTo>
                <a:lnTo>
                  <a:pt x="285296" y="912443"/>
                </a:lnTo>
                <a:lnTo>
                  <a:pt x="262136" y="950939"/>
                </a:lnTo>
                <a:lnTo>
                  <a:pt x="239857" y="990014"/>
                </a:lnTo>
                <a:lnTo>
                  <a:pt x="218474" y="1029654"/>
                </a:lnTo>
                <a:lnTo>
                  <a:pt x="198000" y="1069846"/>
                </a:lnTo>
                <a:lnTo>
                  <a:pt x="178449" y="1110576"/>
                </a:lnTo>
                <a:lnTo>
                  <a:pt x="159834" y="1151830"/>
                </a:lnTo>
                <a:lnTo>
                  <a:pt x="142170" y="1193594"/>
                </a:lnTo>
                <a:lnTo>
                  <a:pt x="125470" y="1235855"/>
                </a:lnTo>
                <a:lnTo>
                  <a:pt x="109747" y="1278598"/>
                </a:lnTo>
                <a:lnTo>
                  <a:pt x="95016" y="1321810"/>
                </a:lnTo>
                <a:lnTo>
                  <a:pt x="81290" y="1365478"/>
                </a:lnTo>
                <a:lnTo>
                  <a:pt x="68584" y="1409587"/>
                </a:lnTo>
                <a:lnTo>
                  <a:pt x="56910" y="1454125"/>
                </a:lnTo>
                <a:lnTo>
                  <a:pt x="46283" y="1499076"/>
                </a:lnTo>
                <a:lnTo>
                  <a:pt x="36715" y="1544427"/>
                </a:lnTo>
                <a:lnTo>
                  <a:pt x="28222" y="1590165"/>
                </a:lnTo>
                <a:lnTo>
                  <a:pt x="20817" y="1636276"/>
                </a:lnTo>
                <a:lnTo>
                  <a:pt x="14514" y="1682746"/>
                </a:lnTo>
                <a:lnTo>
                  <a:pt x="9325" y="1729561"/>
                </a:lnTo>
                <a:lnTo>
                  <a:pt x="5266" y="1776708"/>
                </a:lnTo>
                <a:lnTo>
                  <a:pt x="2349" y="1824172"/>
                </a:lnTo>
                <a:lnTo>
                  <a:pt x="589" y="1871941"/>
                </a:lnTo>
                <a:lnTo>
                  <a:pt x="0" y="1919999"/>
                </a:lnTo>
                <a:lnTo>
                  <a:pt x="589" y="1968058"/>
                </a:lnTo>
                <a:lnTo>
                  <a:pt x="2349" y="2015827"/>
                </a:lnTo>
                <a:lnTo>
                  <a:pt x="5266" y="2063291"/>
                </a:lnTo>
                <a:lnTo>
                  <a:pt x="9325" y="2110438"/>
                </a:lnTo>
                <a:lnTo>
                  <a:pt x="14514" y="2157253"/>
                </a:lnTo>
                <a:lnTo>
                  <a:pt x="20817" y="2203723"/>
                </a:lnTo>
                <a:lnTo>
                  <a:pt x="28222" y="2249834"/>
                </a:lnTo>
                <a:lnTo>
                  <a:pt x="36715" y="2295572"/>
                </a:lnTo>
                <a:lnTo>
                  <a:pt x="46283" y="2340923"/>
                </a:lnTo>
                <a:lnTo>
                  <a:pt x="56910" y="2385874"/>
                </a:lnTo>
                <a:lnTo>
                  <a:pt x="68584" y="2430411"/>
                </a:lnTo>
                <a:lnTo>
                  <a:pt x="81290" y="2474521"/>
                </a:lnTo>
                <a:lnTo>
                  <a:pt x="95016" y="2518189"/>
                </a:lnTo>
                <a:lnTo>
                  <a:pt x="109747" y="2561401"/>
                </a:lnTo>
                <a:lnTo>
                  <a:pt x="125470" y="2604144"/>
                </a:lnTo>
                <a:lnTo>
                  <a:pt x="142170" y="2646405"/>
                </a:lnTo>
                <a:lnTo>
                  <a:pt x="159834" y="2688169"/>
                </a:lnTo>
                <a:lnTo>
                  <a:pt x="178449" y="2729423"/>
                </a:lnTo>
                <a:lnTo>
                  <a:pt x="198000" y="2770153"/>
                </a:lnTo>
                <a:lnTo>
                  <a:pt x="218474" y="2810345"/>
                </a:lnTo>
                <a:lnTo>
                  <a:pt x="239857" y="2849985"/>
                </a:lnTo>
                <a:lnTo>
                  <a:pt x="262136" y="2889060"/>
                </a:lnTo>
                <a:lnTo>
                  <a:pt x="285296" y="2927556"/>
                </a:lnTo>
                <a:lnTo>
                  <a:pt x="309323" y="2965459"/>
                </a:lnTo>
                <a:lnTo>
                  <a:pt x="334205" y="3002756"/>
                </a:lnTo>
                <a:lnTo>
                  <a:pt x="359927" y="3039433"/>
                </a:lnTo>
                <a:lnTo>
                  <a:pt x="386476" y="3075475"/>
                </a:lnTo>
                <a:lnTo>
                  <a:pt x="413837" y="3110870"/>
                </a:lnTo>
                <a:lnTo>
                  <a:pt x="441997" y="3145603"/>
                </a:lnTo>
                <a:lnTo>
                  <a:pt x="470943" y="3179660"/>
                </a:lnTo>
                <a:lnTo>
                  <a:pt x="500660" y="3213029"/>
                </a:lnTo>
                <a:lnTo>
                  <a:pt x="531135" y="3245695"/>
                </a:lnTo>
                <a:lnTo>
                  <a:pt x="562355" y="3277644"/>
                </a:lnTo>
                <a:lnTo>
                  <a:pt x="594304" y="3308863"/>
                </a:lnTo>
                <a:lnTo>
                  <a:pt x="626970" y="3339339"/>
                </a:lnTo>
                <a:lnTo>
                  <a:pt x="660339" y="3369056"/>
                </a:lnTo>
                <a:lnTo>
                  <a:pt x="694396" y="3398001"/>
                </a:lnTo>
                <a:lnTo>
                  <a:pt x="729129" y="3426162"/>
                </a:lnTo>
                <a:lnTo>
                  <a:pt x="764524" y="3453523"/>
                </a:lnTo>
                <a:lnTo>
                  <a:pt x="800566" y="3480072"/>
                </a:lnTo>
                <a:lnTo>
                  <a:pt x="837243" y="3505794"/>
                </a:lnTo>
                <a:lnTo>
                  <a:pt x="874539" y="3530676"/>
                </a:lnTo>
                <a:lnTo>
                  <a:pt x="912443" y="3554703"/>
                </a:lnTo>
                <a:lnTo>
                  <a:pt x="950939" y="3577863"/>
                </a:lnTo>
                <a:lnTo>
                  <a:pt x="990014" y="3600141"/>
                </a:lnTo>
                <a:lnTo>
                  <a:pt x="1029654" y="3621525"/>
                </a:lnTo>
                <a:lnTo>
                  <a:pt x="1069846" y="3641999"/>
                </a:lnTo>
                <a:lnTo>
                  <a:pt x="1110576" y="3661550"/>
                </a:lnTo>
                <a:lnTo>
                  <a:pt x="1151830" y="3680164"/>
                </a:lnTo>
                <a:lnTo>
                  <a:pt x="1193594" y="3697829"/>
                </a:lnTo>
                <a:lnTo>
                  <a:pt x="1235855" y="3714529"/>
                </a:lnTo>
                <a:lnTo>
                  <a:pt x="1278598" y="3730252"/>
                </a:lnTo>
                <a:lnTo>
                  <a:pt x="1321810" y="3744983"/>
                </a:lnTo>
                <a:lnTo>
                  <a:pt x="1365478" y="3758708"/>
                </a:lnTo>
                <a:lnTo>
                  <a:pt x="1409587" y="3771415"/>
                </a:lnTo>
                <a:lnTo>
                  <a:pt x="1454125" y="3783089"/>
                </a:lnTo>
                <a:lnTo>
                  <a:pt x="1499076" y="3793716"/>
                </a:lnTo>
                <a:lnTo>
                  <a:pt x="1544427" y="3803283"/>
                </a:lnTo>
                <a:lnTo>
                  <a:pt x="1590165" y="3811776"/>
                </a:lnTo>
                <a:lnTo>
                  <a:pt x="1636276" y="3819182"/>
                </a:lnTo>
                <a:lnTo>
                  <a:pt x="1682746" y="3825485"/>
                </a:lnTo>
                <a:lnTo>
                  <a:pt x="1729561" y="3830674"/>
                </a:lnTo>
                <a:lnTo>
                  <a:pt x="1776708" y="3834733"/>
                </a:lnTo>
                <a:lnTo>
                  <a:pt x="1824172" y="3837650"/>
                </a:lnTo>
                <a:lnTo>
                  <a:pt x="1871941" y="3839410"/>
                </a:lnTo>
                <a:lnTo>
                  <a:pt x="1919999" y="3839999"/>
                </a:lnTo>
                <a:lnTo>
                  <a:pt x="1968058" y="3839410"/>
                </a:lnTo>
                <a:lnTo>
                  <a:pt x="2015827" y="3837650"/>
                </a:lnTo>
                <a:lnTo>
                  <a:pt x="2063291" y="3834733"/>
                </a:lnTo>
                <a:lnTo>
                  <a:pt x="2110438" y="3830674"/>
                </a:lnTo>
                <a:lnTo>
                  <a:pt x="2157253" y="3825485"/>
                </a:lnTo>
                <a:lnTo>
                  <a:pt x="2203723" y="3819182"/>
                </a:lnTo>
                <a:lnTo>
                  <a:pt x="2249834" y="3811776"/>
                </a:lnTo>
                <a:lnTo>
                  <a:pt x="2295572" y="3803283"/>
                </a:lnTo>
                <a:lnTo>
                  <a:pt x="2340923" y="3793716"/>
                </a:lnTo>
                <a:lnTo>
                  <a:pt x="2385874" y="3783089"/>
                </a:lnTo>
                <a:lnTo>
                  <a:pt x="2430411" y="3771415"/>
                </a:lnTo>
                <a:lnTo>
                  <a:pt x="2474521" y="3758708"/>
                </a:lnTo>
                <a:lnTo>
                  <a:pt x="2518189" y="3744983"/>
                </a:lnTo>
                <a:lnTo>
                  <a:pt x="2561401" y="3730252"/>
                </a:lnTo>
                <a:lnTo>
                  <a:pt x="2604144" y="3714529"/>
                </a:lnTo>
                <a:lnTo>
                  <a:pt x="2646405" y="3697829"/>
                </a:lnTo>
                <a:lnTo>
                  <a:pt x="2688169" y="3680164"/>
                </a:lnTo>
                <a:lnTo>
                  <a:pt x="2729423" y="3661550"/>
                </a:lnTo>
                <a:lnTo>
                  <a:pt x="2770153" y="3641999"/>
                </a:lnTo>
                <a:lnTo>
                  <a:pt x="2810345" y="3621525"/>
                </a:lnTo>
                <a:lnTo>
                  <a:pt x="2849985" y="3600141"/>
                </a:lnTo>
                <a:lnTo>
                  <a:pt x="2889060" y="3577863"/>
                </a:lnTo>
                <a:lnTo>
                  <a:pt x="2927556" y="3554703"/>
                </a:lnTo>
                <a:lnTo>
                  <a:pt x="2965459" y="3530676"/>
                </a:lnTo>
                <a:lnTo>
                  <a:pt x="3002756" y="3505794"/>
                </a:lnTo>
                <a:lnTo>
                  <a:pt x="3039433" y="3480072"/>
                </a:lnTo>
                <a:lnTo>
                  <a:pt x="3075475" y="3453523"/>
                </a:lnTo>
                <a:lnTo>
                  <a:pt x="3110870" y="3426162"/>
                </a:lnTo>
                <a:lnTo>
                  <a:pt x="3145603" y="3398001"/>
                </a:lnTo>
                <a:lnTo>
                  <a:pt x="3179660" y="3369056"/>
                </a:lnTo>
                <a:lnTo>
                  <a:pt x="3213029" y="3339339"/>
                </a:lnTo>
                <a:lnTo>
                  <a:pt x="3245695" y="3308863"/>
                </a:lnTo>
                <a:lnTo>
                  <a:pt x="3277644" y="3277644"/>
                </a:lnTo>
                <a:lnTo>
                  <a:pt x="3308863" y="3245695"/>
                </a:lnTo>
                <a:lnTo>
                  <a:pt x="3339339" y="3213029"/>
                </a:lnTo>
                <a:lnTo>
                  <a:pt x="3369056" y="3179660"/>
                </a:lnTo>
                <a:lnTo>
                  <a:pt x="3398001" y="3145603"/>
                </a:lnTo>
                <a:lnTo>
                  <a:pt x="3426162" y="3110870"/>
                </a:lnTo>
                <a:lnTo>
                  <a:pt x="3453523" y="3075475"/>
                </a:lnTo>
                <a:lnTo>
                  <a:pt x="3480072" y="3039433"/>
                </a:lnTo>
                <a:lnTo>
                  <a:pt x="3505794" y="3002756"/>
                </a:lnTo>
                <a:lnTo>
                  <a:pt x="3530676" y="2965459"/>
                </a:lnTo>
                <a:lnTo>
                  <a:pt x="3554703" y="2927556"/>
                </a:lnTo>
                <a:lnTo>
                  <a:pt x="3577863" y="2889060"/>
                </a:lnTo>
                <a:lnTo>
                  <a:pt x="3600141" y="2849985"/>
                </a:lnTo>
                <a:lnTo>
                  <a:pt x="3621525" y="2810345"/>
                </a:lnTo>
                <a:lnTo>
                  <a:pt x="3641999" y="2770153"/>
                </a:lnTo>
                <a:lnTo>
                  <a:pt x="3661550" y="2729423"/>
                </a:lnTo>
                <a:lnTo>
                  <a:pt x="3680164" y="2688169"/>
                </a:lnTo>
                <a:lnTo>
                  <a:pt x="3697829" y="2646405"/>
                </a:lnTo>
                <a:lnTo>
                  <a:pt x="3714529" y="2604144"/>
                </a:lnTo>
                <a:lnTo>
                  <a:pt x="3730252" y="2561401"/>
                </a:lnTo>
                <a:lnTo>
                  <a:pt x="3744983" y="2518189"/>
                </a:lnTo>
                <a:lnTo>
                  <a:pt x="3758708" y="2474521"/>
                </a:lnTo>
                <a:lnTo>
                  <a:pt x="3771415" y="2430411"/>
                </a:lnTo>
                <a:lnTo>
                  <a:pt x="3783089" y="2385874"/>
                </a:lnTo>
                <a:lnTo>
                  <a:pt x="3793716" y="2340923"/>
                </a:lnTo>
                <a:lnTo>
                  <a:pt x="3803283" y="2295572"/>
                </a:lnTo>
                <a:lnTo>
                  <a:pt x="3811776" y="2249834"/>
                </a:lnTo>
                <a:lnTo>
                  <a:pt x="3819182" y="2203723"/>
                </a:lnTo>
                <a:lnTo>
                  <a:pt x="3825485" y="2157253"/>
                </a:lnTo>
                <a:lnTo>
                  <a:pt x="3830674" y="2110438"/>
                </a:lnTo>
                <a:lnTo>
                  <a:pt x="3834733" y="2063291"/>
                </a:lnTo>
                <a:lnTo>
                  <a:pt x="3837650" y="2015827"/>
                </a:lnTo>
                <a:lnTo>
                  <a:pt x="3839410" y="1968058"/>
                </a:lnTo>
                <a:lnTo>
                  <a:pt x="3839999" y="1919999"/>
                </a:lnTo>
                <a:lnTo>
                  <a:pt x="3839410" y="1871941"/>
                </a:lnTo>
                <a:lnTo>
                  <a:pt x="3837650" y="1824172"/>
                </a:lnTo>
                <a:lnTo>
                  <a:pt x="3834733" y="1776708"/>
                </a:lnTo>
                <a:lnTo>
                  <a:pt x="3830674" y="1729561"/>
                </a:lnTo>
                <a:lnTo>
                  <a:pt x="3825485" y="1682746"/>
                </a:lnTo>
                <a:lnTo>
                  <a:pt x="3819182" y="1636276"/>
                </a:lnTo>
                <a:lnTo>
                  <a:pt x="3811776" y="1590165"/>
                </a:lnTo>
                <a:lnTo>
                  <a:pt x="3803283" y="1544427"/>
                </a:lnTo>
                <a:lnTo>
                  <a:pt x="3793716" y="1499076"/>
                </a:lnTo>
                <a:lnTo>
                  <a:pt x="3783089" y="1454125"/>
                </a:lnTo>
                <a:lnTo>
                  <a:pt x="3771415" y="1409587"/>
                </a:lnTo>
                <a:lnTo>
                  <a:pt x="3758708" y="1365478"/>
                </a:lnTo>
                <a:lnTo>
                  <a:pt x="3744983" y="1321810"/>
                </a:lnTo>
                <a:lnTo>
                  <a:pt x="3730252" y="1278598"/>
                </a:lnTo>
                <a:lnTo>
                  <a:pt x="3714529" y="1235855"/>
                </a:lnTo>
                <a:lnTo>
                  <a:pt x="3697829" y="1193594"/>
                </a:lnTo>
                <a:lnTo>
                  <a:pt x="3680164" y="1151830"/>
                </a:lnTo>
                <a:lnTo>
                  <a:pt x="3661550" y="1110576"/>
                </a:lnTo>
                <a:lnTo>
                  <a:pt x="3641999" y="1069846"/>
                </a:lnTo>
                <a:lnTo>
                  <a:pt x="3621525" y="1029654"/>
                </a:lnTo>
                <a:lnTo>
                  <a:pt x="3600141" y="990014"/>
                </a:lnTo>
                <a:lnTo>
                  <a:pt x="3577863" y="950939"/>
                </a:lnTo>
                <a:lnTo>
                  <a:pt x="3554703" y="912443"/>
                </a:lnTo>
                <a:lnTo>
                  <a:pt x="3530676" y="874539"/>
                </a:lnTo>
                <a:lnTo>
                  <a:pt x="3505794" y="837243"/>
                </a:lnTo>
                <a:lnTo>
                  <a:pt x="3480072" y="800566"/>
                </a:lnTo>
                <a:lnTo>
                  <a:pt x="3453523" y="764524"/>
                </a:lnTo>
                <a:lnTo>
                  <a:pt x="3426162" y="729129"/>
                </a:lnTo>
                <a:lnTo>
                  <a:pt x="3398001" y="694396"/>
                </a:lnTo>
                <a:lnTo>
                  <a:pt x="3369056" y="660339"/>
                </a:lnTo>
                <a:lnTo>
                  <a:pt x="3339339" y="626970"/>
                </a:lnTo>
                <a:lnTo>
                  <a:pt x="3308863" y="594304"/>
                </a:lnTo>
                <a:lnTo>
                  <a:pt x="3277644" y="562355"/>
                </a:lnTo>
                <a:lnTo>
                  <a:pt x="3245695" y="531135"/>
                </a:lnTo>
                <a:lnTo>
                  <a:pt x="3213029" y="500660"/>
                </a:lnTo>
                <a:lnTo>
                  <a:pt x="3179660" y="470943"/>
                </a:lnTo>
                <a:lnTo>
                  <a:pt x="3145603" y="441997"/>
                </a:lnTo>
                <a:lnTo>
                  <a:pt x="3110870" y="413837"/>
                </a:lnTo>
                <a:lnTo>
                  <a:pt x="3075475" y="386476"/>
                </a:lnTo>
                <a:lnTo>
                  <a:pt x="3039433" y="359927"/>
                </a:lnTo>
                <a:lnTo>
                  <a:pt x="3002756" y="334205"/>
                </a:lnTo>
                <a:lnTo>
                  <a:pt x="2965459" y="309323"/>
                </a:lnTo>
                <a:lnTo>
                  <a:pt x="2927556" y="285296"/>
                </a:lnTo>
                <a:lnTo>
                  <a:pt x="2889060" y="262136"/>
                </a:lnTo>
                <a:lnTo>
                  <a:pt x="2849985" y="239857"/>
                </a:lnTo>
                <a:lnTo>
                  <a:pt x="2810345" y="218474"/>
                </a:lnTo>
                <a:lnTo>
                  <a:pt x="2770153" y="198000"/>
                </a:lnTo>
                <a:lnTo>
                  <a:pt x="2729423" y="178449"/>
                </a:lnTo>
                <a:lnTo>
                  <a:pt x="2688169" y="159834"/>
                </a:lnTo>
                <a:lnTo>
                  <a:pt x="2646405" y="142170"/>
                </a:lnTo>
                <a:lnTo>
                  <a:pt x="2604144" y="125470"/>
                </a:lnTo>
                <a:lnTo>
                  <a:pt x="2561401" y="109747"/>
                </a:lnTo>
                <a:lnTo>
                  <a:pt x="2518189" y="95016"/>
                </a:lnTo>
                <a:lnTo>
                  <a:pt x="2474521" y="81290"/>
                </a:lnTo>
                <a:lnTo>
                  <a:pt x="2430411" y="68584"/>
                </a:lnTo>
                <a:lnTo>
                  <a:pt x="2385874" y="56910"/>
                </a:lnTo>
                <a:lnTo>
                  <a:pt x="2340923" y="46283"/>
                </a:lnTo>
                <a:lnTo>
                  <a:pt x="2295572" y="36715"/>
                </a:lnTo>
                <a:lnTo>
                  <a:pt x="2249834" y="28222"/>
                </a:lnTo>
                <a:lnTo>
                  <a:pt x="2203723" y="20817"/>
                </a:lnTo>
                <a:lnTo>
                  <a:pt x="2157253" y="14514"/>
                </a:lnTo>
                <a:lnTo>
                  <a:pt x="2110438" y="9325"/>
                </a:lnTo>
                <a:lnTo>
                  <a:pt x="2063291" y="5266"/>
                </a:lnTo>
                <a:lnTo>
                  <a:pt x="2015827" y="2349"/>
                </a:lnTo>
                <a:lnTo>
                  <a:pt x="1968058" y="589"/>
                </a:lnTo>
                <a:lnTo>
                  <a:pt x="1919999" y="0"/>
                </a:lnTo>
                <a:close/>
              </a:path>
            </a:pathLst>
          </a:custGeom>
          <a:solidFill>
            <a:srgbClr val="443DFF">
              <a:alpha val="7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2340000" y="3906000"/>
            <a:ext cx="2880360" cy="2880360"/>
          </a:xfrm>
          <a:custGeom>
            <a:avLst/>
            <a:gdLst/>
            <a:ahLst/>
            <a:cxnLst/>
            <a:rect l="l" t="t" r="r" b="b"/>
            <a:pathLst>
              <a:path w="2880360" h="2880359">
                <a:moveTo>
                  <a:pt x="1439999" y="0"/>
                </a:moveTo>
                <a:lnTo>
                  <a:pt x="1391500" y="801"/>
                </a:lnTo>
                <a:lnTo>
                  <a:pt x="1343403" y="3188"/>
                </a:lnTo>
                <a:lnTo>
                  <a:pt x="1295732" y="7136"/>
                </a:lnTo>
                <a:lnTo>
                  <a:pt x="1248513" y="12620"/>
                </a:lnTo>
                <a:lnTo>
                  <a:pt x="1201772" y="19613"/>
                </a:lnTo>
                <a:lnTo>
                  <a:pt x="1155532" y="28092"/>
                </a:lnTo>
                <a:lnTo>
                  <a:pt x="1109820" y="38031"/>
                </a:lnTo>
                <a:lnTo>
                  <a:pt x="1064661" y="49404"/>
                </a:lnTo>
                <a:lnTo>
                  <a:pt x="1020080" y="62187"/>
                </a:lnTo>
                <a:lnTo>
                  <a:pt x="976101" y="76355"/>
                </a:lnTo>
                <a:lnTo>
                  <a:pt x="932752" y="91881"/>
                </a:lnTo>
                <a:lnTo>
                  <a:pt x="890055" y="108741"/>
                </a:lnTo>
                <a:lnTo>
                  <a:pt x="848037" y="126910"/>
                </a:lnTo>
                <a:lnTo>
                  <a:pt x="806723" y="146363"/>
                </a:lnTo>
                <a:lnTo>
                  <a:pt x="766139" y="167074"/>
                </a:lnTo>
                <a:lnTo>
                  <a:pt x="726308" y="189018"/>
                </a:lnTo>
                <a:lnTo>
                  <a:pt x="687257" y="212169"/>
                </a:lnTo>
                <a:lnTo>
                  <a:pt x="649011" y="236504"/>
                </a:lnTo>
                <a:lnTo>
                  <a:pt x="611595" y="261996"/>
                </a:lnTo>
                <a:lnTo>
                  <a:pt x="575034" y="288620"/>
                </a:lnTo>
                <a:lnTo>
                  <a:pt x="539353" y="316351"/>
                </a:lnTo>
                <a:lnTo>
                  <a:pt x="504577" y="345165"/>
                </a:lnTo>
                <a:lnTo>
                  <a:pt x="470732" y="375035"/>
                </a:lnTo>
                <a:lnTo>
                  <a:pt x="437843" y="405936"/>
                </a:lnTo>
                <a:lnTo>
                  <a:pt x="405936" y="437844"/>
                </a:lnTo>
                <a:lnTo>
                  <a:pt x="375034" y="470733"/>
                </a:lnTo>
                <a:lnTo>
                  <a:pt x="345164" y="504578"/>
                </a:lnTo>
                <a:lnTo>
                  <a:pt x="316351" y="539353"/>
                </a:lnTo>
                <a:lnTo>
                  <a:pt x="288620" y="575034"/>
                </a:lnTo>
                <a:lnTo>
                  <a:pt x="261995" y="611595"/>
                </a:lnTo>
                <a:lnTo>
                  <a:pt x="236503" y="649012"/>
                </a:lnTo>
                <a:lnTo>
                  <a:pt x="212169" y="687258"/>
                </a:lnTo>
                <a:lnTo>
                  <a:pt x="189017" y="726309"/>
                </a:lnTo>
                <a:lnTo>
                  <a:pt x="167073" y="766139"/>
                </a:lnTo>
                <a:lnTo>
                  <a:pt x="146363" y="806724"/>
                </a:lnTo>
                <a:lnTo>
                  <a:pt x="126910" y="848038"/>
                </a:lnTo>
                <a:lnTo>
                  <a:pt x="108741" y="890056"/>
                </a:lnTo>
                <a:lnTo>
                  <a:pt x="91881" y="932752"/>
                </a:lnTo>
                <a:lnTo>
                  <a:pt x="76355" y="976102"/>
                </a:lnTo>
                <a:lnTo>
                  <a:pt x="62187" y="1020080"/>
                </a:lnTo>
                <a:lnTo>
                  <a:pt x="49404" y="1064661"/>
                </a:lnTo>
                <a:lnTo>
                  <a:pt x="38031" y="1109821"/>
                </a:lnTo>
                <a:lnTo>
                  <a:pt x="28092" y="1155533"/>
                </a:lnTo>
                <a:lnTo>
                  <a:pt x="19613" y="1201772"/>
                </a:lnTo>
                <a:lnTo>
                  <a:pt x="12620" y="1248514"/>
                </a:lnTo>
                <a:lnTo>
                  <a:pt x="7136" y="1295732"/>
                </a:lnTo>
                <a:lnTo>
                  <a:pt x="3188" y="1343403"/>
                </a:lnTo>
                <a:lnTo>
                  <a:pt x="801" y="1391500"/>
                </a:lnTo>
                <a:lnTo>
                  <a:pt x="0" y="1439999"/>
                </a:lnTo>
                <a:lnTo>
                  <a:pt x="801" y="1488498"/>
                </a:lnTo>
                <a:lnTo>
                  <a:pt x="3188" y="1536595"/>
                </a:lnTo>
                <a:lnTo>
                  <a:pt x="7136" y="1584266"/>
                </a:lnTo>
                <a:lnTo>
                  <a:pt x="12620" y="1631485"/>
                </a:lnTo>
                <a:lnTo>
                  <a:pt x="19613" y="1678227"/>
                </a:lnTo>
                <a:lnTo>
                  <a:pt x="28092" y="1724466"/>
                </a:lnTo>
                <a:lnTo>
                  <a:pt x="38031" y="1770178"/>
                </a:lnTo>
                <a:lnTo>
                  <a:pt x="49404" y="1815337"/>
                </a:lnTo>
                <a:lnTo>
                  <a:pt x="62187" y="1859919"/>
                </a:lnTo>
                <a:lnTo>
                  <a:pt x="76355" y="1903897"/>
                </a:lnTo>
                <a:lnTo>
                  <a:pt x="91881" y="1947247"/>
                </a:lnTo>
                <a:lnTo>
                  <a:pt x="108741" y="1989943"/>
                </a:lnTo>
                <a:lnTo>
                  <a:pt x="126910" y="2031961"/>
                </a:lnTo>
                <a:lnTo>
                  <a:pt x="146363" y="2073275"/>
                </a:lnTo>
                <a:lnTo>
                  <a:pt x="167073" y="2113860"/>
                </a:lnTo>
                <a:lnTo>
                  <a:pt x="189017" y="2153690"/>
                </a:lnTo>
                <a:lnTo>
                  <a:pt x="212169" y="2192741"/>
                </a:lnTo>
                <a:lnTo>
                  <a:pt x="236503" y="2230987"/>
                </a:lnTo>
                <a:lnTo>
                  <a:pt x="261995" y="2268404"/>
                </a:lnTo>
                <a:lnTo>
                  <a:pt x="288620" y="2304965"/>
                </a:lnTo>
                <a:lnTo>
                  <a:pt x="316351" y="2340646"/>
                </a:lnTo>
                <a:lnTo>
                  <a:pt x="345164" y="2375421"/>
                </a:lnTo>
                <a:lnTo>
                  <a:pt x="375034" y="2409266"/>
                </a:lnTo>
                <a:lnTo>
                  <a:pt x="405936" y="2442155"/>
                </a:lnTo>
                <a:lnTo>
                  <a:pt x="437843" y="2474063"/>
                </a:lnTo>
                <a:lnTo>
                  <a:pt x="470732" y="2504964"/>
                </a:lnTo>
                <a:lnTo>
                  <a:pt x="504577" y="2534834"/>
                </a:lnTo>
                <a:lnTo>
                  <a:pt x="539353" y="2563647"/>
                </a:lnTo>
                <a:lnTo>
                  <a:pt x="575034" y="2591379"/>
                </a:lnTo>
                <a:lnTo>
                  <a:pt x="611595" y="2618003"/>
                </a:lnTo>
                <a:lnTo>
                  <a:pt x="649011" y="2643495"/>
                </a:lnTo>
                <a:lnTo>
                  <a:pt x="687257" y="2667829"/>
                </a:lnTo>
                <a:lnTo>
                  <a:pt x="726308" y="2690981"/>
                </a:lnTo>
                <a:lnTo>
                  <a:pt x="766139" y="2712925"/>
                </a:lnTo>
                <a:lnTo>
                  <a:pt x="806723" y="2733636"/>
                </a:lnTo>
                <a:lnTo>
                  <a:pt x="848037" y="2753088"/>
                </a:lnTo>
                <a:lnTo>
                  <a:pt x="890055" y="2771257"/>
                </a:lnTo>
                <a:lnTo>
                  <a:pt x="932752" y="2788117"/>
                </a:lnTo>
                <a:lnTo>
                  <a:pt x="976101" y="2803644"/>
                </a:lnTo>
                <a:lnTo>
                  <a:pt x="1020080" y="2817811"/>
                </a:lnTo>
                <a:lnTo>
                  <a:pt x="1064661" y="2830594"/>
                </a:lnTo>
                <a:lnTo>
                  <a:pt x="1109820" y="2841967"/>
                </a:lnTo>
                <a:lnTo>
                  <a:pt x="1155532" y="2851906"/>
                </a:lnTo>
                <a:lnTo>
                  <a:pt x="1201772" y="2860385"/>
                </a:lnTo>
                <a:lnTo>
                  <a:pt x="1248513" y="2867379"/>
                </a:lnTo>
                <a:lnTo>
                  <a:pt x="1295732" y="2872862"/>
                </a:lnTo>
                <a:lnTo>
                  <a:pt x="1343403" y="2876810"/>
                </a:lnTo>
                <a:lnTo>
                  <a:pt x="1391500" y="2879197"/>
                </a:lnTo>
                <a:lnTo>
                  <a:pt x="1439999" y="2879999"/>
                </a:lnTo>
                <a:lnTo>
                  <a:pt x="1488498" y="2879197"/>
                </a:lnTo>
                <a:lnTo>
                  <a:pt x="1536595" y="2876810"/>
                </a:lnTo>
                <a:lnTo>
                  <a:pt x="1584266" y="2872862"/>
                </a:lnTo>
                <a:lnTo>
                  <a:pt x="1631485" y="2867379"/>
                </a:lnTo>
                <a:lnTo>
                  <a:pt x="1678227" y="2860385"/>
                </a:lnTo>
                <a:lnTo>
                  <a:pt x="1724466" y="2851906"/>
                </a:lnTo>
                <a:lnTo>
                  <a:pt x="1770178" y="2841967"/>
                </a:lnTo>
                <a:lnTo>
                  <a:pt x="1815337" y="2830594"/>
                </a:lnTo>
                <a:lnTo>
                  <a:pt x="1859919" y="2817811"/>
                </a:lnTo>
                <a:lnTo>
                  <a:pt x="1903897" y="2803644"/>
                </a:lnTo>
                <a:lnTo>
                  <a:pt x="1947247" y="2788117"/>
                </a:lnTo>
                <a:lnTo>
                  <a:pt x="1989943" y="2771257"/>
                </a:lnTo>
                <a:lnTo>
                  <a:pt x="2031961" y="2753088"/>
                </a:lnTo>
                <a:lnTo>
                  <a:pt x="2073275" y="2733636"/>
                </a:lnTo>
                <a:lnTo>
                  <a:pt x="2113860" y="2712925"/>
                </a:lnTo>
                <a:lnTo>
                  <a:pt x="2153690" y="2690981"/>
                </a:lnTo>
                <a:lnTo>
                  <a:pt x="2192741" y="2667829"/>
                </a:lnTo>
                <a:lnTo>
                  <a:pt x="2230987" y="2643495"/>
                </a:lnTo>
                <a:lnTo>
                  <a:pt x="2268404" y="2618003"/>
                </a:lnTo>
                <a:lnTo>
                  <a:pt x="2304965" y="2591379"/>
                </a:lnTo>
                <a:lnTo>
                  <a:pt x="2340646" y="2563647"/>
                </a:lnTo>
                <a:lnTo>
                  <a:pt x="2375421" y="2534834"/>
                </a:lnTo>
                <a:lnTo>
                  <a:pt x="2409266" y="2504964"/>
                </a:lnTo>
                <a:lnTo>
                  <a:pt x="2442155" y="2474063"/>
                </a:lnTo>
                <a:lnTo>
                  <a:pt x="2474063" y="2442155"/>
                </a:lnTo>
                <a:lnTo>
                  <a:pt x="2504964" y="2409266"/>
                </a:lnTo>
                <a:lnTo>
                  <a:pt x="2534834" y="2375421"/>
                </a:lnTo>
                <a:lnTo>
                  <a:pt x="2563647" y="2340646"/>
                </a:lnTo>
                <a:lnTo>
                  <a:pt x="2591379" y="2304965"/>
                </a:lnTo>
                <a:lnTo>
                  <a:pt x="2618003" y="2268404"/>
                </a:lnTo>
                <a:lnTo>
                  <a:pt x="2643495" y="2230987"/>
                </a:lnTo>
                <a:lnTo>
                  <a:pt x="2667829" y="2192741"/>
                </a:lnTo>
                <a:lnTo>
                  <a:pt x="2690981" y="2153690"/>
                </a:lnTo>
                <a:lnTo>
                  <a:pt x="2712925" y="2113860"/>
                </a:lnTo>
                <a:lnTo>
                  <a:pt x="2733636" y="2073275"/>
                </a:lnTo>
                <a:lnTo>
                  <a:pt x="2753088" y="2031961"/>
                </a:lnTo>
                <a:lnTo>
                  <a:pt x="2771257" y="1989943"/>
                </a:lnTo>
                <a:lnTo>
                  <a:pt x="2788117" y="1947247"/>
                </a:lnTo>
                <a:lnTo>
                  <a:pt x="2803644" y="1903897"/>
                </a:lnTo>
                <a:lnTo>
                  <a:pt x="2817811" y="1859919"/>
                </a:lnTo>
                <a:lnTo>
                  <a:pt x="2830594" y="1815337"/>
                </a:lnTo>
                <a:lnTo>
                  <a:pt x="2841967" y="1770178"/>
                </a:lnTo>
                <a:lnTo>
                  <a:pt x="2851906" y="1724466"/>
                </a:lnTo>
                <a:lnTo>
                  <a:pt x="2860385" y="1678227"/>
                </a:lnTo>
                <a:lnTo>
                  <a:pt x="2867379" y="1631485"/>
                </a:lnTo>
                <a:lnTo>
                  <a:pt x="2872862" y="1584266"/>
                </a:lnTo>
                <a:lnTo>
                  <a:pt x="2876810" y="1536595"/>
                </a:lnTo>
                <a:lnTo>
                  <a:pt x="2879197" y="1488498"/>
                </a:lnTo>
                <a:lnTo>
                  <a:pt x="2879999" y="1439999"/>
                </a:lnTo>
                <a:lnTo>
                  <a:pt x="2879197" y="1391500"/>
                </a:lnTo>
                <a:lnTo>
                  <a:pt x="2876810" y="1343403"/>
                </a:lnTo>
                <a:lnTo>
                  <a:pt x="2872862" y="1295732"/>
                </a:lnTo>
                <a:lnTo>
                  <a:pt x="2867379" y="1248514"/>
                </a:lnTo>
                <a:lnTo>
                  <a:pt x="2860385" y="1201772"/>
                </a:lnTo>
                <a:lnTo>
                  <a:pt x="2851906" y="1155533"/>
                </a:lnTo>
                <a:lnTo>
                  <a:pt x="2841967" y="1109821"/>
                </a:lnTo>
                <a:lnTo>
                  <a:pt x="2830594" y="1064661"/>
                </a:lnTo>
                <a:lnTo>
                  <a:pt x="2817811" y="1020080"/>
                </a:lnTo>
                <a:lnTo>
                  <a:pt x="2803644" y="976102"/>
                </a:lnTo>
                <a:lnTo>
                  <a:pt x="2788117" y="932752"/>
                </a:lnTo>
                <a:lnTo>
                  <a:pt x="2771257" y="890056"/>
                </a:lnTo>
                <a:lnTo>
                  <a:pt x="2753088" y="848038"/>
                </a:lnTo>
                <a:lnTo>
                  <a:pt x="2733636" y="806724"/>
                </a:lnTo>
                <a:lnTo>
                  <a:pt x="2712925" y="766139"/>
                </a:lnTo>
                <a:lnTo>
                  <a:pt x="2690981" y="726309"/>
                </a:lnTo>
                <a:lnTo>
                  <a:pt x="2667829" y="687258"/>
                </a:lnTo>
                <a:lnTo>
                  <a:pt x="2643495" y="649012"/>
                </a:lnTo>
                <a:lnTo>
                  <a:pt x="2618003" y="611595"/>
                </a:lnTo>
                <a:lnTo>
                  <a:pt x="2591379" y="575034"/>
                </a:lnTo>
                <a:lnTo>
                  <a:pt x="2563647" y="539353"/>
                </a:lnTo>
                <a:lnTo>
                  <a:pt x="2534834" y="504578"/>
                </a:lnTo>
                <a:lnTo>
                  <a:pt x="2504964" y="470733"/>
                </a:lnTo>
                <a:lnTo>
                  <a:pt x="2474063" y="437844"/>
                </a:lnTo>
                <a:lnTo>
                  <a:pt x="2442155" y="405936"/>
                </a:lnTo>
                <a:lnTo>
                  <a:pt x="2409266" y="375035"/>
                </a:lnTo>
                <a:lnTo>
                  <a:pt x="2375421" y="345165"/>
                </a:lnTo>
                <a:lnTo>
                  <a:pt x="2340646" y="316351"/>
                </a:lnTo>
                <a:lnTo>
                  <a:pt x="2304965" y="288620"/>
                </a:lnTo>
                <a:lnTo>
                  <a:pt x="2268404" y="261996"/>
                </a:lnTo>
                <a:lnTo>
                  <a:pt x="2230987" y="236504"/>
                </a:lnTo>
                <a:lnTo>
                  <a:pt x="2192741" y="212169"/>
                </a:lnTo>
                <a:lnTo>
                  <a:pt x="2153690" y="189018"/>
                </a:lnTo>
                <a:lnTo>
                  <a:pt x="2113860" y="167074"/>
                </a:lnTo>
                <a:lnTo>
                  <a:pt x="2073275" y="146363"/>
                </a:lnTo>
                <a:lnTo>
                  <a:pt x="2031961" y="126910"/>
                </a:lnTo>
                <a:lnTo>
                  <a:pt x="1989943" y="108741"/>
                </a:lnTo>
                <a:lnTo>
                  <a:pt x="1947247" y="91881"/>
                </a:lnTo>
                <a:lnTo>
                  <a:pt x="1903897" y="76355"/>
                </a:lnTo>
                <a:lnTo>
                  <a:pt x="1859919" y="62187"/>
                </a:lnTo>
                <a:lnTo>
                  <a:pt x="1815337" y="49404"/>
                </a:lnTo>
                <a:lnTo>
                  <a:pt x="1770178" y="38031"/>
                </a:lnTo>
                <a:lnTo>
                  <a:pt x="1724466" y="28092"/>
                </a:lnTo>
                <a:lnTo>
                  <a:pt x="1678227" y="19613"/>
                </a:lnTo>
                <a:lnTo>
                  <a:pt x="1631485" y="12620"/>
                </a:lnTo>
                <a:lnTo>
                  <a:pt x="1584266" y="7136"/>
                </a:lnTo>
                <a:lnTo>
                  <a:pt x="1536595" y="3188"/>
                </a:lnTo>
                <a:lnTo>
                  <a:pt x="1488498" y="801"/>
                </a:lnTo>
                <a:lnTo>
                  <a:pt x="1439999" y="0"/>
                </a:lnTo>
                <a:close/>
              </a:path>
            </a:pathLst>
          </a:custGeom>
          <a:solidFill>
            <a:srgbClr val="443DFF">
              <a:alpha val="53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2819999" y="4386000"/>
            <a:ext cx="1920239" cy="1920239"/>
          </a:xfrm>
          <a:custGeom>
            <a:avLst/>
            <a:gdLst/>
            <a:ahLst/>
            <a:cxnLst/>
            <a:rect l="l" t="t" r="r" b="b"/>
            <a:pathLst>
              <a:path w="1920239" h="1920239">
                <a:moveTo>
                  <a:pt x="960000" y="0"/>
                </a:moveTo>
                <a:lnTo>
                  <a:pt x="912086" y="1174"/>
                </a:lnTo>
                <a:lnTo>
                  <a:pt x="864781" y="4662"/>
                </a:lnTo>
                <a:lnTo>
                  <a:pt x="818138" y="10408"/>
                </a:lnTo>
                <a:lnTo>
                  <a:pt x="772214" y="18357"/>
                </a:lnTo>
                <a:lnTo>
                  <a:pt x="727063" y="28455"/>
                </a:lnTo>
                <a:lnTo>
                  <a:pt x="682739" y="40645"/>
                </a:lnTo>
                <a:lnTo>
                  <a:pt x="639299" y="54873"/>
                </a:lnTo>
                <a:lnTo>
                  <a:pt x="596797" y="71085"/>
                </a:lnTo>
                <a:lnTo>
                  <a:pt x="555288" y="89224"/>
                </a:lnTo>
                <a:lnTo>
                  <a:pt x="514827" y="109237"/>
                </a:lnTo>
                <a:lnTo>
                  <a:pt x="475470" y="131067"/>
                </a:lnTo>
                <a:lnTo>
                  <a:pt x="437270" y="154661"/>
                </a:lnTo>
                <a:lnTo>
                  <a:pt x="400283" y="179963"/>
                </a:lnTo>
                <a:lnTo>
                  <a:pt x="364565" y="206918"/>
                </a:lnTo>
                <a:lnTo>
                  <a:pt x="330169" y="235471"/>
                </a:lnTo>
                <a:lnTo>
                  <a:pt x="297152" y="265567"/>
                </a:lnTo>
                <a:lnTo>
                  <a:pt x="265568" y="297151"/>
                </a:lnTo>
                <a:lnTo>
                  <a:pt x="235472" y="330169"/>
                </a:lnTo>
                <a:lnTo>
                  <a:pt x="206919" y="364564"/>
                </a:lnTo>
                <a:lnTo>
                  <a:pt x="179964" y="400282"/>
                </a:lnTo>
                <a:lnTo>
                  <a:pt x="154662" y="437269"/>
                </a:lnTo>
                <a:lnTo>
                  <a:pt x="131068" y="475469"/>
                </a:lnTo>
                <a:lnTo>
                  <a:pt x="109237" y="514826"/>
                </a:lnTo>
                <a:lnTo>
                  <a:pt x="89224" y="555287"/>
                </a:lnTo>
                <a:lnTo>
                  <a:pt x="71085" y="596796"/>
                </a:lnTo>
                <a:lnTo>
                  <a:pt x="54873" y="639298"/>
                </a:lnTo>
                <a:lnTo>
                  <a:pt x="40645" y="682738"/>
                </a:lnTo>
                <a:lnTo>
                  <a:pt x="28455" y="727061"/>
                </a:lnTo>
                <a:lnTo>
                  <a:pt x="18358" y="772213"/>
                </a:lnTo>
                <a:lnTo>
                  <a:pt x="10408" y="818137"/>
                </a:lnTo>
                <a:lnTo>
                  <a:pt x="4662" y="864780"/>
                </a:lnTo>
                <a:lnTo>
                  <a:pt x="1174" y="912085"/>
                </a:lnTo>
                <a:lnTo>
                  <a:pt x="0" y="959999"/>
                </a:lnTo>
                <a:lnTo>
                  <a:pt x="1174" y="1007913"/>
                </a:lnTo>
                <a:lnTo>
                  <a:pt x="4662" y="1055218"/>
                </a:lnTo>
                <a:lnTo>
                  <a:pt x="10408" y="1101861"/>
                </a:lnTo>
                <a:lnTo>
                  <a:pt x="18358" y="1147785"/>
                </a:lnTo>
                <a:lnTo>
                  <a:pt x="28455" y="1192936"/>
                </a:lnTo>
                <a:lnTo>
                  <a:pt x="40645" y="1237260"/>
                </a:lnTo>
                <a:lnTo>
                  <a:pt x="54873" y="1280700"/>
                </a:lnTo>
                <a:lnTo>
                  <a:pt x="71085" y="1323202"/>
                </a:lnTo>
                <a:lnTo>
                  <a:pt x="89224" y="1364711"/>
                </a:lnTo>
                <a:lnTo>
                  <a:pt x="109237" y="1405172"/>
                </a:lnTo>
                <a:lnTo>
                  <a:pt x="131068" y="1444529"/>
                </a:lnTo>
                <a:lnTo>
                  <a:pt x="154662" y="1482729"/>
                </a:lnTo>
                <a:lnTo>
                  <a:pt x="179964" y="1519716"/>
                </a:lnTo>
                <a:lnTo>
                  <a:pt x="206919" y="1555434"/>
                </a:lnTo>
                <a:lnTo>
                  <a:pt x="235472" y="1589830"/>
                </a:lnTo>
                <a:lnTo>
                  <a:pt x="265568" y="1622847"/>
                </a:lnTo>
                <a:lnTo>
                  <a:pt x="297152" y="1654431"/>
                </a:lnTo>
                <a:lnTo>
                  <a:pt x="330169" y="1684527"/>
                </a:lnTo>
                <a:lnTo>
                  <a:pt x="364565" y="1713080"/>
                </a:lnTo>
                <a:lnTo>
                  <a:pt x="400283" y="1740035"/>
                </a:lnTo>
                <a:lnTo>
                  <a:pt x="437270" y="1765337"/>
                </a:lnTo>
                <a:lnTo>
                  <a:pt x="475470" y="1788931"/>
                </a:lnTo>
                <a:lnTo>
                  <a:pt x="514827" y="1810762"/>
                </a:lnTo>
                <a:lnTo>
                  <a:pt x="555288" y="1830775"/>
                </a:lnTo>
                <a:lnTo>
                  <a:pt x="596797" y="1848914"/>
                </a:lnTo>
                <a:lnTo>
                  <a:pt x="639299" y="1865126"/>
                </a:lnTo>
                <a:lnTo>
                  <a:pt x="682739" y="1879354"/>
                </a:lnTo>
                <a:lnTo>
                  <a:pt x="727063" y="1891544"/>
                </a:lnTo>
                <a:lnTo>
                  <a:pt x="772214" y="1901641"/>
                </a:lnTo>
                <a:lnTo>
                  <a:pt x="818138" y="1909591"/>
                </a:lnTo>
                <a:lnTo>
                  <a:pt x="864781" y="1915337"/>
                </a:lnTo>
                <a:lnTo>
                  <a:pt x="912086" y="1918825"/>
                </a:lnTo>
                <a:lnTo>
                  <a:pt x="960000" y="1919999"/>
                </a:lnTo>
                <a:lnTo>
                  <a:pt x="1007914" y="1918825"/>
                </a:lnTo>
                <a:lnTo>
                  <a:pt x="1055219" y="1915337"/>
                </a:lnTo>
                <a:lnTo>
                  <a:pt x="1101862" y="1909591"/>
                </a:lnTo>
                <a:lnTo>
                  <a:pt x="1147786" y="1901641"/>
                </a:lnTo>
                <a:lnTo>
                  <a:pt x="1192938" y="1891544"/>
                </a:lnTo>
                <a:lnTo>
                  <a:pt x="1237261" y="1879354"/>
                </a:lnTo>
                <a:lnTo>
                  <a:pt x="1280701" y="1865126"/>
                </a:lnTo>
                <a:lnTo>
                  <a:pt x="1323203" y="1848914"/>
                </a:lnTo>
                <a:lnTo>
                  <a:pt x="1364712" y="1830775"/>
                </a:lnTo>
                <a:lnTo>
                  <a:pt x="1405173" y="1810762"/>
                </a:lnTo>
                <a:lnTo>
                  <a:pt x="1444530" y="1788931"/>
                </a:lnTo>
                <a:lnTo>
                  <a:pt x="1482730" y="1765337"/>
                </a:lnTo>
                <a:lnTo>
                  <a:pt x="1519716" y="1740035"/>
                </a:lnTo>
                <a:lnTo>
                  <a:pt x="1555435" y="1713080"/>
                </a:lnTo>
                <a:lnTo>
                  <a:pt x="1589830" y="1684527"/>
                </a:lnTo>
                <a:lnTo>
                  <a:pt x="1622848" y="1654431"/>
                </a:lnTo>
                <a:lnTo>
                  <a:pt x="1654432" y="1622847"/>
                </a:lnTo>
                <a:lnTo>
                  <a:pt x="1684528" y="1589830"/>
                </a:lnTo>
                <a:lnTo>
                  <a:pt x="1713081" y="1555434"/>
                </a:lnTo>
                <a:lnTo>
                  <a:pt x="1740036" y="1519716"/>
                </a:lnTo>
                <a:lnTo>
                  <a:pt x="1765338" y="1482729"/>
                </a:lnTo>
                <a:lnTo>
                  <a:pt x="1788931" y="1444529"/>
                </a:lnTo>
                <a:lnTo>
                  <a:pt x="1810762" y="1405172"/>
                </a:lnTo>
                <a:lnTo>
                  <a:pt x="1830775" y="1364711"/>
                </a:lnTo>
                <a:lnTo>
                  <a:pt x="1848914" y="1323202"/>
                </a:lnTo>
                <a:lnTo>
                  <a:pt x="1865126" y="1280700"/>
                </a:lnTo>
                <a:lnTo>
                  <a:pt x="1879354" y="1237260"/>
                </a:lnTo>
                <a:lnTo>
                  <a:pt x="1891544" y="1192936"/>
                </a:lnTo>
                <a:lnTo>
                  <a:pt x="1901642" y="1147785"/>
                </a:lnTo>
                <a:lnTo>
                  <a:pt x="1909591" y="1101861"/>
                </a:lnTo>
                <a:lnTo>
                  <a:pt x="1915337" y="1055218"/>
                </a:lnTo>
                <a:lnTo>
                  <a:pt x="1918825" y="1007913"/>
                </a:lnTo>
                <a:lnTo>
                  <a:pt x="1919999" y="959999"/>
                </a:lnTo>
                <a:lnTo>
                  <a:pt x="1918825" y="912085"/>
                </a:lnTo>
                <a:lnTo>
                  <a:pt x="1915337" y="864780"/>
                </a:lnTo>
                <a:lnTo>
                  <a:pt x="1909591" y="818137"/>
                </a:lnTo>
                <a:lnTo>
                  <a:pt x="1901642" y="772213"/>
                </a:lnTo>
                <a:lnTo>
                  <a:pt x="1891544" y="727061"/>
                </a:lnTo>
                <a:lnTo>
                  <a:pt x="1879354" y="682738"/>
                </a:lnTo>
                <a:lnTo>
                  <a:pt x="1865126" y="639298"/>
                </a:lnTo>
                <a:lnTo>
                  <a:pt x="1848914" y="596796"/>
                </a:lnTo>
                <a:lnTo>
                  <a:pt x="1830775" y="555287"/>
                </a:lnTo>
                <a:lnTo>
                  <a:pt x="1810762" y="514826"/>
                </a:lnTo>
                <a:lnTo>
                  <a:pt x="1788931" y="475469"/>
                </a:lnTo>
                <a:lnTo>
                  <a:pt x="1765338" y="437269"/>
                </a:lnTo>
                <a:lnTo>
                  <a:pt x="1740036" y="400282"/>
                </a:lnTo>
                <a:lnTo>
                  <a:pt x="1713081" y="364564"/>
                </a:lnTo>
                <a:lnTo>
                  <a:pt x="1684528" y="330169"/>
                </a:lnTo>
                <a:lnTo>
                  <a:pt x="1654432" y="297151"/>
                </a:lnTo>
                <a:lnTo>
                  <a:pt x="1622848" y="265567"/>
                </a:lnTo>
                <a:lnTo>
                  <a:pt x="1589830" y="235471"/>
                </a:lnTo>
                <a:lnTo>
                  <a:pt x="1555435" y="206918"/>
                </a:lnTo>
                <a:lnTo>
                  <a:pt x="1519716" y="179963"/>
                </a:lnTo>
                <a:lnTo>
                  <a:pt x="1482730" y="154661"/>
                </a:lnTo>
                <a:lnTo>
                  <a:pt x="1444530" y="131067"/>
                </a:lnTo>
                <a:lnTo>
                  <a:pt x="1405173" y="109237"/>
                </a:lnTo>
                <a:lnTo>
                  <a:pt x="1364712" y="89224"/>
                </a:lnTo>
                <a:lnTo>
                  <a:pt x="1323203" y="71085"/>
                </a:lnTo>
                <a:lnTo>
                  <a:pt x="1280701" y="54873"/>
                </a:lnTo>
                <a:lnTo>
                  <a:pt x="1237261" y="40645"/>
                </a:lnTo>
                <a:lnTo>
                  <a:pt x="1192938" y="28455"/>
                </a:lnTo>
                <a:lnTo>
                  <a:pt x="1147786" y="18357"/>
                </a:lnTo>
                <a:lnTo>
                  <a:pt x="1101862" y="10408"/>
                </a:lnTo>
                <a:lnTo>
                  <a:pt x="1055219" y="4662"/>
                </a:lnTo>
                <a:lnTo>
                  <a:pt x="1007914" y="1174"/>
                </a:lnTo>
                <a:lnTo>
                  <a:pt x="960000" y="0"/>
                </a:lnTo>
                <a:close/>
              </a:path>
            </a:pathLst>
          </a:custGeom>
          <a:solidFill>
            <a:srgbClr val="443DFF">
              <a:alpha val="35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3299999" y="4865999"/>
            <a:ext cx="960119" cy="960119"/>
          </a:xfrm>
          <a:custGeom>
            <a:avLst/>
            <a:gdLst/>
            <a:ahLst/>
            <a:cxnLst/>
            <a:rect l="l" t="t" r="r" b="b"/>
            <a:pathLst>
              <a:path w="960120" h="960120">
                <a:moveTo>
                  <a:pt x="480000" y="0"/>
                </a:moveTo>
                <a:lnTo>
                  <a:pt x="430922" y="2478"/>
                </a:lnTo>
                <a:lnTo>
                  <a:pt x="383263" y="9751"/>
                </a:lnTo>
                <a:lnTo>
                  <a:pt x="337262" y="21579"/>
                </a:lnTo>
                <a:lnTo>
                  <a:pt x="293162" y="37720"/>
                </a:lnTo>
                <a:lnTo>
                  <a:pt x="251203" y="57933"/>
                </a:lnTo>
                <a:lnTo>
                  <a:pt x="211627" y="81976"/>
                </a:lnTo>
                <a:lnTo>
                  <a:pt x="174675" y="109609"/>
                </a:lnTo>
                <a:lnTo>
                  <a:pt x="140588" y="140589"/>
                </a:lnTo>
                <a:lnTo>
                  <a:pt x="109608" y="174675"/>
                </a:lnTo>
                <a:lnTo>
                  <a:pt x="81976" y="211627"/>
                </a:lnTo>
                <a:lnTo>
                  <a:pt x="57933" y="251204"/>
                </a:lnTo>
                <a:lnTo>
                  <a:pt x="37720" y="293162"/>
                </a:lnTo>
                <a:lnTo>
                  <a:pt x="21579" y="337263"/>
                </a:lnTo>
                <a:lnTo>
                  <a:pt x="9751" y="383263"/>
                </a:lnTo>
                <a:lnTo>
                  <a:pt x="2478" y="430923"/>
                </a:lnTo>
                <a:lnTo>
                  <a:pt x="0" y="480000"/>
                </a:lnTo>
                <a:lnTo>
                  <a:pt x="2478" y="529077"/>
                </a:lnTo>
                <a:lnTo>
                  <a:pt x="9751" y="576737"/>
                </a:lnTo>
                <a:lnTo>
                  <a:pt x="21579" y="622737"/>
                </a:lnTo>
                <a:lnTo>
                  <a:pt x="37720" y="666838"/>
                </a:lnTo>
                <a:lnTo>
                  <a:pt x="57933" y="708797"/>
                </a:lnTo>
                <a:lnTo>
                  <a:pt x="81976" y="748373"/>
                </a:lnTo>
                <a:lnTo>
                  <a:pt x="109608" y="785325"/>
                </a:lnTo>
                <a:lnTo>
                  <a:pt x="140588" y="819411"/>
                </a:lnTo>
                <a:lnTo>
                  <a:pt x="174675" y="850392"/>
                </a:lnTo>
                <a:lnTo>
                  <a:pt x="211627" y="878024"/>
                </a:lnTo>
                <a:lnTo>
                  <a:pt x="251203" y="902067"/>
                </a:lnTo>
                <a:lnTo>
                  <a:pt x="293162" y="922279"/>
                </a:lnTo>
                <a:lnTo>
                  <a:pt x="337262" y="938420"/>
                </a:lnTo>
                <a:lnTo>
                  <a:pt x="383263" y="950248"/>
                </a:lnTo>
                <a:lnTo>
                  <a:pt x="430922" y="957522"/>
                </a:lnTo>
                <a:lnTo>
                  <a:pt x="480000" y="960000"/>
                </a:lnTo>
                <a:lnTo>
                  <a:pt x="529077" y="957522"/>
                </a:lnTo>
                <a:lnTo>
                  <a:pt x="576736" y="950248"/>
                </a:lnTo>
                <a:lnTo>
                  <a:pt x="622737" y="938420"/>
                </a:lnTo>
                <a:lnTo>
                  <a:pt x="666837" y="922279"/>
                </a:lnTo>
                <a:lnTo>
                  <a:pt x="708796" y="902067"/>
                </a:lnTo>
                <a:lnTo>
                  <a:pt x="748372" y="878024"/>
                </a:lnTo>
                <a:lnTo>
                  <a:pt x="785324" y="850392"/>
                </a:lnTo>
                <a:lnTo>
                  <a:pt x="819411" y="819411"/>
                </a:lnTo>
                <a:lnTo>
                  <a:pt x="850391" y="785325"/>
                </a:lnTo>
                <a:lnTo>
                  <a:pt x="878023" y="748373"/>
                </a:lnTo>
                <a:lnTo>
                  <a:pt x="902067" y="708797"/>
                </a:lnTo>
                <a:lnTo>
                  <a:pt x="922279" y="666838"/>
                </a:lnTo>
                <a:lnTo>
                  <a:pt x="938420" y="622737"/>
                </a:lnTo>
                <a:lnTo>
                  <a:pt x="950248" y="576737"/>
                </a:lnTo>
                <a:lnTo>
                  <a:pt x="957522" y="529077"/>
                </a:lnTo>
                <a:lnTo>
                  <a:pt x="960000" y="480000"/>
                </a:lnTo>
                <a:lnTo>
                  <a:pt x="957522" y="430923"/>
                </a:lnTo>
                <a:lnTo>
                  <a:pt x="950248" y="383263"/>
                </a:lnTo>
                <a:lnTo>
                  <a:pt x="938420" y="337263"/>
                </a:lnTo>
                <a:lnTo>
                  <a:pt x="922279" y="293162"/>
                </a:lnTo>
                <a:lnTo>
                  <a:pt x="902067" y="251204"/>
                </a:lnTo>
                <a:lnTo>
                  <a:pt x="878023" y="211627"/>
                </a:lnTo>
                <a:lnTo>
                  <a:pt x="850391" y="174675"/>
                </a:lnTo>
                <a:lnTo>
                  <a:pt x="819411" y="140589"/>
                </a:lnTo>
                <a:lnTo>
                  <a:pt x="785324" y="109609"/>
                </a:lnTo>
                <a:lnTo>
                  <a:pt x="748372" y="81976"/>
                </a:lnTo>
                <a:lnTo>
                  <a:pt x="708796" y="57933"/>
                </a:lnTo>
                <a:lnTo>
                  <a:pt x="666837" y="37720"/>
                </a:lnTo>
                <a:lnTo>
                  <a:pt x="622737" y="21579"/>
                </a:lnTo>
                <a:lnTo>
                  <a:pt x="576736" y="9751"/>
                </a:lnTo>
                <a:lnTo>
                  <a:pt x="529077" y="2478"/>
                </a:lnTo>
                <a:lnTo>
                  <a:pt x="480000" y="0"/>
                </a:lnTo>
                <a:close/>
              </a:path>
            </a:pathLst>
          </a:custGeom>
          <a:solidFill>
            <a:srgbClr val="443DFF">
              <a:alpha val="17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443DFF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26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483DFC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251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4B3EFA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378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4E3FF8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504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513FF6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630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5440F4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755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5741F2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882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5A42F0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008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5E42EE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1133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6143EC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260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6444EA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1386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6744E8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511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6A45E6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1638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6D46E4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1763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7146E1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1890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7447DF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2016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7748DD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2141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7A48DB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2268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7D49D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2393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804AD7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2519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834BD5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2646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874BD3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2771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8A4CD1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2898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8D4DCF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3023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904DCD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3150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934ECB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3276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964FC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3401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9A4FC6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3528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9D50C4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3653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A051C2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3780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A351C0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3906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A652BE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4031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A953BC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4158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AC54BA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4283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B054B8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4410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B355B6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4536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B656B4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4661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B956B2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4788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BC57B0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4913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BF58AE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5040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C358AC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5166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C659A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5291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C95AA7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5418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CC5AA5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5543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CF5BA3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bg object 83"/>
          <p:cNvSpPr/>
          <p:nvPr/>
        </p:nvSpPr>
        <p:spPr>
          <a:xfrm>
            <a:off x="5669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D25CA1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5796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D55D9F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5921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D95D9D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bg object 86"/>
          <p:cNvSpPr/>
          <p:nvPr/>
        </p:nvSpPr>
        <p:spPr>
          <a:xfrm>
            <a:off x="6048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DC5E9B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6173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DF5F9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bg object 88"/>
          <p:cNvSpPr/>
          <p:nvPr/>
        </p:nvSpPr>
        <p:spPr>
          <a:xfrm>
            <a:off x="6300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E25F97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bg object 89"/>
          <p:cNvSpPr/>
          <p:nvPr/>
        </p:nvSpPr>
        <p:spPr>
          <a:xfrm>
            <a:off x="6426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E56095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6551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E86193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6678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EC6191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6803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EF628E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6929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F2638C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7056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F5638A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7181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F86488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7308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FB6586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7433999" y="0"/>
            <a:ext cx="126364" cy="108585"/>
          </a:xfrm>
          <a:custGeom>
            <a:avLst/>
            <a:gdLst/>
            <a:ahLst/>
            <a:cxnLst/>
            <a:rect l="l" t="t" r="r" b="b"/>
            <a:pathLst>
              <a:path w="126365" h="108585">
                <a:moveTo>
                  <a:pt x="0" y="0"/>
                </a:moveTo>
                <a:lnTo>
                  <a:pt x="0" y="108000"/>
                </a:lnTo>
                <a:lnTo>
                  <a:pt x="126000" y="108000"/>
                </a:lnTo>
                <a:lnTo>
                  <a:pt x="12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6684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0" y="10404000"/>
            <a:ext cx="7560309" cy="288290"/>
          </a:xfrm>
          <a:custGeom>
            <a:avLst/>
            <a:gdLst/>
            <a:ahLst/>
            <a:cxnLst/>
            <a:rect l="l" t="t" r="r" b="b"/>
            <a:pathLst>
              <a:path w="7560309" h="288290">
                <a:moveTo>
                  <a:pt x="7560000" y="0"/>
                </a:moveTo>
                <a:lnTo>
                  <a:pt x="0" y="0"/>
                </a:lnTo>
                <a:lnTo>
                  <a:pt x="0" y="288000"/>
                </a:lnTo>
                <a:lnTo>
                  <a:pt x="7560000" y="288000"/>
                </a:lnTo>
                <a:lnTo>
                  <a:pt x="7560000" y="0"/>
                </a:lnTo>
                <a:close/>
              </a:path>
            </a:pathLst>
          </a:custGeom>
          <a:solidFill>
            <a:srgbClr val="443DFF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bg object 99"/>
          <p:cNvSpPr/>
          <p:nvPr/>
        </p:nvSpPr>
        <p:spPr>
          <a:xfrm>
            <a:off x="3276000" y="863999"/>
            <a:ext cx="1008380" cy="1008380"/>
          </a:xfrm>
          <a:custGeom>
            <a:avLst/>
            <a:gdLst/>
            <a:ahLst/>
            <a:cxnLst/>
            <a:rect l="l" t="t" r="r" b="b"/>
            <a:pathLst>
              <a:path w="1008379" h="1008380">
                <a:moveTo>
                  <a:pt x="503999" y="0"/>
                </a:moveTo>
                <a:lnTo>
                  <a:pt x="455461" y="2307"/>
                </a:lnTo>
                <a:lnTo>
                  <a:pt x="408227" y="9087"/>
                </a:lnTo>
                <a:lnTo>
                  <a:pt x="362511" y="20130"/>
                </a:lnTo>
                <a:lnTo>
                  <a:pt x="318522" y="35225"/>
                </a:lnTo>
                <a:lnTo>
                  <a:pt x="276473" y="54159"/>
                </a:lnTo>
                <a:lnTo>
                  <a:pt x="236573" y="76721"/>
                </a:lnTo>
                <a:lnTo>
                  <a:pt x="199035" y="102702"/>
                </a:lnTo>
                <a:lnTo>
                  <a:pt x="164070" y="131888"/>
                </a:lnTo>
                <a:lnTo>
                  <a:pt x="131888" y="164070"/>
                </a:lnTo>
                <a:lnTo>
                  <a:pt x="102702" y="199035"/>
                </a:lnTo>
                <a:lnTo>
                  <a:pt x="76721" y="236573"/>
                </a:lnTo>
                <a:lnTo>
                  <a:pt x="54159" y="276473"/>
                </a:lnTo>
                <a:lnTo>
                  <a:pt x="35225" y="318523"/>
                </a:lnTo>
                <a:lnTo>
                  <a:pt x="20130" y="362512"/>
                </a:lnTo>
                <a:lnTo>
                  <a:pt x="9087" y="408228"/>
                </a:lnTo>
                <a:lnTo>
                  <a:pt x="2307" y="455462"/>
                </a:lnTo>
                <a:lnTo>
                  <a:pt x="0" y="504000"/>
                </a:lnTo>
                <a:lnTo>
                  <a:pt x="2307" y="552539"/>
                </a:lnTo>
                <a:lnTo>
                  <a:pt x="9087" y="599772"/>
                </a:lnTo>
                <a:lnTo>
                  <a:pt x="20130" y="645488"/>
                </a:lnTo>
                <a:lnTo>
                  <a:pt x="35225" y="689477"/>
                </a:lnTo>
                <a:lnTo>
                  <a:pt x="54159" y="731527"/>
                </a:lnTo>
                <a:lnTo>
                  <a:pt x="76721" y="771426"/>
                </a:lnTo>
                <a:lnTo>
                  <a:pt x="102702" y="808964"/>
                </a:lnTo>
                <a:lnTo>
                  <a:pt x="131888" y="843930"/>
                </a:lnTo>
                <a:lnTo>
                  <a:pt x="164070" y="876111"/>
                </a:lnTo>
                <a:lnTo>
                  <a:pt x="199035" y="905298"/>
                </a:lnTo>
                <a:lnTo>
                  <a:pt x="236573" y="931278"/>
                </a:lnTo>
                <a:lnTo>
                  <a:pt x="276473" y="953841"/>
                </a:lnTo>
                <a:lnTo>
                  <a:pt x="318522" y="972775"/>
                </a:lnTo>
                <a:lnTo>
                  <a:pt x="362511" y="987869"/>
                </a:lnTo>
                <a:lnTo>
                  <a:pt x="408227" y="998912"/>
                </a:lnTo>
                <a:lnTo>
                  <a:pt x="455461" y="1005693"/>
                </a:lnTo>
                <a:lnTo>
                  <a:pt x="503999" y="1008000"/>
                </a:lnTo>
                <a:lnTo>
                  <a:pt x="552537" y="1005693"/>
                </a:lnTo>
                <a:lnTo>
                  <a:pt x="599771" y="998912"/>
                </a:lnTo>
                <a:lnTo>
                  <a:pt x="645487" y="987869"/>
                </a:lnTo>
                <a:lnTo>
                  <a:pt x="689476" y="972775"/>
                </a:lnTo>
                <a:lnTo>
                  <a:pt x="731525" y="953841"/>
                </a:lnTo>
                <a:lnTo>
                  <a:pt x="771425" y="931278"/>
                </a:lnTo>
                <a:lnTo>
                  <a:pt x="808963" y="905298"/>
                </a:lnTo>
                <a:lnTo>
                  <a:pt x="843928" y="876111"/>
                </a:lnTo>
                <a:lnTo>
                  <a:pt x="876110" y="843930"/>
                </a:lnTo>
                <a:lnTo>
                  <a:pt x="905296" y="808964"/>
                </a:lnTo>
                <a:lnTo>
                  <a:pt x="931277" y="771426"/>
                </a:lnTo>
                <a:lnTo>
                  <a:pt x="953839" y="731527"/>
                </a:lnTo>
                <a:lnTo>
                  <a:pt x="972773" y="689477"/>
                </a:lnTo>
                <a:lnTo>
                  <a:pt x="987868" y="645488"/>
                </a:lnTo>
                <a:lnTo>
                  <a:pt x="998911" y="599772"/>
                </a:lnTo>
                <a:lnTo>
                  <a:pt x="1005691" y="552539"/>
                </a:lnTo>
                <a:lnTo>
                  <a:pt x="1007998" y="504000"/>
                </a:lnTo>
                <a:lnTo>
                  <a:pt x="1005691" y="455462"/>
                </a:lnTo>
                <a:lnTo>
                  <a:pt x="998911" y="408228"/>
                </a:lnTo>
                <a:lnTo>
                  <a:pt x="987868" y="362512"/>
                </a:lnTo>
                <a:lnTo>
                  <a:pt x="972773" y="318523"/>
                </a:lnTo>
                <a:lnTo>
                  <a:pt x="953839" y="276473"/>
                </a:lnTo>
                <a:lnTo>
                  <a:pt x="931277" y="236573"/>
                </a:lnTo>
                <a:lnTo>
                  <a:pt x="905296" y="199035"/>
                </a:lnTo>
                <a:lnTo>
                  <a:pt x="876110" y="164070"/>
                </a:lnTo>
                <a:lnTo>
                  <a:pt x="843928" y="131888"/>
                </a:lnTo>
                <a:lnTo>
                  <a:pt x="808963" y="102702"/>
                </a:lnTo>
                <a:lnTo>
                  <a:pt x="771425" y="76721"/>
                </a:lnTo>
                <a:lnTo>
                  <a:pt x="731525" y="54159"/>
                </a:lnTo>
                <a:lnTo>
                  <a:pt x="689476" y="35225"/>
                </a:lnTo>
                <a:lnTo>
                  <a:pt x="645487" y="20130"/>
                </a:lnTo>
                <a:lnTo>
                  <a:pt x="599771" y="9087"/>
                </a:lnTo>
                <a:lnTo>
                  <a:pt x="552537" y="2307"/>
                </a:lnTo>
                <a:lnTo>
                  <a:pt x="503999" y="0"/>
                </a:lnTo>
                <a:close/>
              </a:path>
            </a:pathLst>
          </a:custGeom>
          <a:solidFill>
            <a:srgbClr val="443DF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E8E8E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B6B8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Login</a:t>
            </a:r>
            <a:r>
              <a:rPr spc="-5" dirty="0"/>
              <a:t> </a:t>
            </a:r>
            <a:r>
              <a:rPr dirty="0"/>
              <a:t>&amp;</a:t>
            </a:r>
            <a:r>
              <a:rPr spc="-5" dirty="0"/>
              <a:t> </a:t>
            </a:r>
            <a:r>
              <a:rPr dirty="0"/>
              <a:t>Registration</a:t>
            </a:r>
            <a:r>
              <a:rPr spc="-5" dirty="0"/>
              <a:t> </a:t>
            </a:r>
            <a:r>
              <a:rPr dirty="0"/>
              <a:t>System</a:t>
            </a:r>
            <a:r>
              <a:rPr spc="190" dirty="0"/>
              <a:t> </a:t>
            </a:r>
            <a:r>
              <a:rPr dirty="0"/>
              <a:t>//</a:t>
            </a:r>
            <a:r>
              <a:rPr spc="190" dirty="0"/>
              <a:t> </a:t>
            </a:r>
            <a:r>
              <a:rPr dirty="0"/>
              <a:t>Page</a:t>
            </a:r>
            <a:r>
              <a:rPr spc="-5" dirty="0"/>
              <a:t> 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E8E8E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B6B8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Login</a:t>
            </a:r>
            <a:r>
              <a:rPr spc="-5" dirty="0"/>
              <a:t> </a:t>
            </a:r>
            <a:r>
              <a:rPr dirty="0"/>
              <a:t>&amp;</a:t>
            </a:r>
            <a:r>
              <a:rPr spc="-5" dirty="0"/>
              <a:t> </a:t>
            </a:r>
            <a:r>
              <a:rPr dirty="0"/>
              <a:t>Registration</a:t>
            </a:r>
            <a:r>
              <a:rPr spc="-5" dirty="0"/>
              <a:t> </a:t>
            </a:r>
            <a:r>
              <a:rPr dirty="0"/>
              <a:t>System</a:t>
            </a:r>
            <a:r>
              <a:rPr spc="190" dirty="0"/>
              <a:t> </a:t>
            </a:r>
            <a:r>
              <a:rPr dirty="0"/>
              <a:t>//</a:t>
            </a:r>
            <a:r>
              <a:rPr spc="190" dirty="0"/>
              <a:t> </a:t>
            </a:r>
            <a:r>
              <a:rPr dirty="0"/>
              <a:t>Page</a:t>
            </a:r>
            <a:r>
              <a:rPr spc="-5" dirty="0"/>
              <a:t> 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E8E8E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B6B8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Login</a:t>
            </a:r>
            <a:r>
              <a:rPr spc="-5" dirty="0"/>
              <a:t> </a:t>
            </a:r>
            <a:r>
              <a:rPr dirty="0"/>
              <a:t>&amp;</a:t>
            </a:r>
            <a:r>
              <a:rPr spc="-5" dirty="0"/>
              <a:t> </a:t>
            </a:r>
            <a:r>
              <a:rPr dirty="0"/>
              <a:t>Registration</a:t>
            </a:r>
            <a:r>
              <a:rPr spc="-5" dirty="0"/>
              <a:t> </a:t>
            </a:r>
            <a:r>
              <a:rPr dirty="0"/>
              <a:t>System</a:t>
            </a:r>
            <a:r>
              <a:rPr spc="190" dirty="0"/>
              <a:t> </a:t>
            </a:r>
            <a:r>
              <a:rPr dirty="0"/>
              <a:t>//</a:t>
            </a:r>
            <a:r>
              <a:rPr spc="190" dirty="0"/>
              <a:t> </a:t>
            </a:r>
            <a:r>
              <a:rPr dirty="0"/>
              <a:t>Page</a:t>
            </a:r>
            <a:r>
              <a:rPr spc="-5" dirty="0"/>
              <a:t> 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B6B8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Login</a:t>
            </a:r>
            <a:r>
              <a:rPr spc="-5" dirty="0"/>
              <a:t> </a:t>
            </a:r>
            <a:r>
              <a:rPr dirty="0"/>
              <a:t>&amp;</a:t>
            </a:r>
            <a:r>
              <a:rPr spc="-5" dirty="0"/>
              <a:t> </a:t>
            </a:r>
            <a:r>
              <a:rPr dirty="0"/>
              <a:t>Registration</a:t>
            </a:r>
            <a:r>
              <a:rPr spc="-5" dirty="0"/>
              <a:t> </a:t>
            </a:r>
            <a:r>
              <a:rPr dirty="0"/>
              <a:t>System</a:t>
            </a:r>
            <a:r>
              <a:rPr spc="190" dirty="0"/>
              <a:t> </a:t>
            </a:r>
            <a:r>
              <a:rPr dirty="0"/>
              <a:t>//</a:t>
            </a:r>
            <a:r>
              <a:rPr spc="190" dirty="0"/>
              <a:t> </a:t>
            </a:r>
            <a:r>
              <a:rPr dirty="0"/>
              <a:t>Page</a:t>
            </a:r>
            <a:r>
              <a:rPr spc="-5" dirty="0"/>
              <a:t> 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7560309" cy="10692130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7560000" y="0"/>
                </a:moveTo>
                <a:lnTo>
                  <a:pt x="0" y="0"/>
                </a:lnTo>
                <a:lnTo>
                  <a:pt x="0" y="10692000"/>
                </a:lnTo>
                <a:lnTo>
                  <a:pt x="7560000" y="10692000"/>
                </a:lnTo>
                <a:lnTo>
                  <a:pt x="7560000" y="0"/>
                </a:lnTo>
                <a:close/>
              </a:path>
            </a:pathLst>
          </a:custGeom>
          <a:solidFill>
            <a:srgbClr val="0A0A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3888104" cy="10692130"/>
          </a:xfrm>
          <a:custGeom>
            <a:avLst/>
            <a:gdLst/>
            <a:ahLst/>
            <a:cxnLst/>
            <a:rect l="l" t="t" r="r" b="b"/>
            <a:pathLst>
              <a:path w="3888104" h="10692130">
                <a:moveTo>
                  <a:pt x="0" y="10692000"/>
                </a:moveTo>
                <a:lnTo>
                  <a:pt x="0" y="0"/>
                </a:lnTo>
              </a:path>
              <a:path w="3888104" h="10692130">
                <a:moveTo>
                  <a:pt x="647999" y="10692000"/>
                </a:moveTo>
                <a:lnTo>
                  <a:pt x="647999" y="0"/>
                </a:lnTo>
              </a:path>
              <a:path w="3888104" h="10692130">
                <a:moveTo>
                  <a:pt x="1295999" y="10692000"/>
                </a:moveTo>
                <a:lnTo>
                  <a:pt x="1295999" y="0"/>
                </a:lnTo>
              </a:path>
              <a:path w="3888104" h="10692130">
                <a:moveTo>
                  <a:pt x="1944000" y="10692000"/>
                </a:moveTo>
                <a:lnTo>
                  <a:pt x="1944000" y="0"/>
                </a:lnTo>
              </a:path>
              <a:path w="3888104" h="10692130">
                <a:moveTo>
                  <a:pt x="2592000" y="10692000"/>
                </a:moveTo>
                <a:lnTo>
                  <a:pt x="2592000" y="0"/>
                </a:lnTo>
              </a:path>
              <a:path w="3888104" h="10692130">
                <a:moveTo>
                  <a:pt x="3239999" y="10692000"/>
                </a:moveTo>
                <a:lnTo>
                  <a:pt x="3239999" y="0"/>
                </a:lnTo>
              </a:path>
              <a:path w="3888104" h="10692130">
                <a:moveTo>
                  <a:pt x="3887999" y="10692000"/>
                </a:moveTo>
                <a:lnTo>
                  <a:pt x="3887999" y="0"/>
                </a:lnTo>
              </a:path>
            </a:pathLst>
          </a:custGeom>
          <a:ln w="3810">
            <a:solidFill>
              <a:srgbClr val="2828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536000" y="108000"/>
            <a:ext cx="2592070" cy="10584180"/>
          </a:xfrm>
          <a:custGeom>
            <a:avLst/>
            <a:gdLst/>
            <a:ahLst/>
            <a:cxnLst/>
            <a:rect l="l" t="t" r="r" b="b"/>
            <a:pathLst>
              <a:path w="2592070" h="10584180">
                <a:moveTo>
                  <a:pt x="0" y="0"/>
                </a:moveTo>
                <a:lnTo>
                  <a:pt x="0" y="10583999"/>
                </a:lnTo>
              </a:path>
              <a:path w="2592070" h="10584180">
                <a:moveTo>
                  <a:pt x="647999" y="0"/>
                </a:moveTo>
                <a:lnTo>
                  <a:pt x="647999" y="10583999"/>
                </a:lnTo>
              </a:path>
              <a:path w="2592070" h="10584180">
                <a:moveTo>
                  <a:pt x="1295999" y="0"/>
                </a:moveTo>
                <a:lnTo>
                  <a:pt x="1295999" y="10583999"/>
                </a:lnTo>
              </a:path>
              <a:path w="2592070" h="10584180">
                <a:moveTo>
                  <a:pt x="1943999" y="0"/>
                </a:moveTo>
                <a:lnTo>
                  <a:pt x="1943999" y="10583999"/>
                </a:lnTo>
              </a:path>
              <a:path w="2592070" h="10584180">
                <a:moveTo>
                  <a:pt x="2591998" y="0"/>
                </a:moveTo>
                <a:lnTo>
                  <a:pt x="2591998" y="10583999"/>
                </a:lnTo>
              </a:path>
            </a:pathLst>
          </a:custGeom>
          <a:ln w="3809">
            <a:solidFill>
              <a:srgbClr val="2828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323999"/>
            <a:ext cx="7560309" cy="10368280"/>
          </a:xfrm>
          <a:custGeom>
            <a:avLst/>
            <a:gdLst/>
            <a:ahLst/>
            <a:cxnLst/>
            <a:rect l="l" t="t" r="r" b="b"/>
            <a:pathLst>
              <a:path w="7560309" h="10368280">
                <a:moveTo>
                  <a:pt x="0" y="10368000"/>
                </a:moveTo>
                <a:lnTo>
                  <a:pt x="7560000" y="10368000"/>
                </a:lnTo>
              </a:path>
              <a:path w="7560309" h="10368280">
                <a:moveTo>
                  <a:pt x="0" y="9720000"/>
                </a:moveTo>
                <a:lnTo>
                  <a:pt x="7560000" y="9720000"/>
                </a:lnTo>
              </a:path>
              <a:path w="7560309" h="10368280">
                <a:moveTo>
                  <a:pt x="0" y="9072001"/>
                </a:moveTo>
                <a:lnTo>
                  <a:pt x="7560000" y="9072001"/>
                </a:lnTo>
              </a:path>
              <a:path w="7560309" h="10368280">
                <a:moveTo>
                  <a:pt x="0" y="8424000"/>
                </a:moveTo>
                <a:lnTo>
                  <a:pt x="7560000" y="8424000"/>
                </a:lnTo>
              </a:path>
              <a:path w="7560309" h="10368280">
                <a:moveTo>
                  <a:pt x="0" y="7776000"/>
                </a:moveTo>
                <a:lnTo>
                  <a:pt x="7560000" y="7776000"/>
                </a:lnTo>
              </a:path>
              <a:path w="7560309" h="10368280">
                <a:moveTo>
                  <a:pt x="0" y="7128000"/>
                </a:moveTo>
                <a:lnTo>
                  <a:pt x="7560000" y="7128000"/>
                </a:lnTo>
              </a:path>
              <a:path w="7560309" h="10368280">
                <a:moveTo>
                  <a:pt x="0" y="6480001"/>
                </a:moveTo>
                <a:lnTo>
                  <a:pt x="7560000" y="6480001"/>
                </a:lnTo>
              </a:path>
              <a:path w="7560309" h="10368280">
                <a:moveTo>
                  <a:pt x="0" y="5832000"/>
                </a:moveTo>
                <a:lnTo>
                  <a:pt x="7560000" y="5832000"/>
                </a:lnTo>
              </a:path>
              <a:path w="7560309" h="10368280">
                <a:moveTo>
                  <a:pt x="0" y="5184000"/>
                </a:moveTo>
                <a:lnTo>
                  <a:pt x="7560000" y="5184000"/>
                </a:lnTo>
              </a:path>
              <a:path w="7560309" h="10368280">
                <a:moveTo>
                  <a:pt x="0" y="4536000"/>
                </a:moveTo>
                <a:lnTo>
                  <a:pt x="7560000" y="4536000"/>
                </a:lnTo>
              </a:path>
              <a:path w="7560309" h="10368280">
                <a:moveTo>
                  <a:pt x="0" y="3888000"/>
                </a:moveTo>
                <a:lnTo>
                  <a:pt x="7560000" y="3888000"/>
                </a:lnTo>
              </a:path>
              <a:path w="7560309" h="10368280">
                <a:moveTo>
                  <a:pt x="0" y="3240001"/>
                </a:moveTo>
                <a:lnTo>
                  <a:pt x="7560000" y="3240001"/>
                </a:lnTo>
              </a:path>
              <a:path w="7560309" h="10368280">
                <a:moveTo>
                  <a:pt x="0" y="2592000"/>
                </a:moveTo>
                <a:lnTo>
                  <a:pt x="7560000" y="2592000"/>
                </a:lnTo>
              </a:path>
              <a:path w="7560309" h="10368280">
                <a:moveTo>
                  <a:pt x="0" y="1944000"/>
                </a:moveTo>
                <a:lnTo>
                  <a:pt x="7560000" y="1944000"/>
                </a:lnTo>
              </a:path>
              <a:path w="7560309" h="10368280">
                <a:moveTo>
                  <a:pt x="0" y="1296000"/>
                </a:moveTo>
                <a:lnTo>
                  <a:pt x="7560000" y="1296000"/>
                </a:lnTo>
              </a:path>
              <a:path w="7560309" h="10368280">
                <a:moveTo>
                  <a:pt x="0" y="648000"/>
                </a:moveTo>
                <a:lnTo>
                  <a:pt x="7560000" y="648000"/>
                </a:lnTo>
              </a:path>
              <a:path w="7560309" h="10368280">
                <a:moveTo>
                  <a:pt x="0" y="0"/>
                </a:moveTo>
                <a:lnTo>
                  <a:pt x="7560000" y="0"/>
                </a:lnTo>
              </a:path>
            </a:pathLst>
          </a:custGeom>
          <a:ln w="3810">
            <a:solidFill>
              <a:srgbClr val="2828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0"/>
            <a:ext cx="4320540" cy="4320540"/>
          </a:xfrm>
          <a:custGeom>
            <a:avLst/>
            <a:gdLst/>
            <a:ahLst/>
            <a:cxnLst/>
            <a:rect l="l" t="t" r="r" b="b"/>
            <a:pathLst>
              <a:path w="4320540" h="4320540">
                <a:moveTo>
                  <a:pt x="4320000" y="0"/>
                </a:moveTo>
                <a:lnTo>
                  <a:pt x="0" y="0"/>
                </a:lnTo>
                <a:lnTo>
                  <a:pt x="0" y="4319999"/>
                </a:lnTo>
                <a:lnTo>
                  <a:pt x="48299" y="4319735"/>
                </a:lnTo>
                <a:lnTo>
                  <a:pt x="96473" y="4318943"/>
                </a:lnTo>
                <a:lnTo>
                  <a:pt x="144517" y="4317628"/>
                </a:lnTo>
                <a:lnTo>
                  <a:pt x="192429" y="4315790"/>
                </a:lnTo>
                <a:lnTo>
                  <a:pt x="240207" y="4313434"/>
                </a:lnTo>
                <a:lnTo>
                  <a:pt x="287847" y="4310562"/>
                </a:lnTo>
                <a:lnTo>
                  <a:pt x="335347" y="4307176"/>
                </a:lnTo>
                <a:lnTo>
                  <a:pt x="382704" y="4303280"/>
                </a:lnTo>
                <a:lnTo>
                  <a:pt x="429915" y="4298876"/>
                </a:lnTo>
                <a:lnTo>
                  <a:pt x="476977" y="4293967"/>
                </a:lnTo>
                <a:lnTo>
                  <a:pt x="523889" y="4288555"/>
                </a:lnTo>
                <a:lnTo>
                  <a:pt x="570647" y="4282644"/>
                </a:lnTo>
                <a:lnTo>
                  <a:pt x="617248" y="4276236"/>
                </a:lnTo>
                <a:lnTo>
                  <a:pt x="663689" y="4269334"/>
                </a:lnTo>
                <a:lnTo>
                  <a:pt x="709969" y="4261940"/>
                </a:lnTo>
                <a:lnTo>
                  <a:pt x="756083" y="4254058"/>
                </a:lnTo>
                <a:lnTo>
                  <a:pt x="802030" y="4245690"/>
                </a:lnTo>
                <a:lnTo>
                  <a:pt x="847807" y="4236838"/>
                </a:lnTo>
                <a:lnTo>
                  <a:pt x="893410" y="4227507"/>
                </a:lnTo>
                <a:lnTo>
                  <a:pt x="938838" y="4217697"/>
                </a:lnTo>
                <a:lnTo>
                  <a:pt x="984087" y="4207413"/>
                </a:lnTo>
                <a:lnTo>
                  <a:pt x="1029154" y="4196656"/>
                </a:lnTo>
                <a:lnTo>
                  <a:pt x="1074038" y="4185430"/>
                </a:lnTo>
                <a:lnTo>
                  <a:pt x="1118734" y="4173738"/>
                </a:lnTo>
                <a:lnTo>
                  <a:pt x="1163241" y="4161581"/>
                </a:lnTo>
                <a:lnTo>
                  <a:pt x="1207556" y="4148963"/>
                </a:lnTo>
                <a:lnTo>
                  <a:pt x="1251675" y="4135887"/>
                </a:lnTo>
                <a:lnTo>
                  <a:pt x="1295597" y="4122355"/>
                </a:lnTo>
                <a:lnTo>
                  <a:pt x="1339318" y="4108370"/>
                </a:lnTo>
                <a:lnTo>
                  <a:pt x="1382836" y="4093935"/>
                </a:lnTo>
                <a:lnTo>
                  <a:pt x="1426148" y="4079052"/>
                </a:lnTo>
                <a:lnTo>
                  <a:pt x="1469251" y="4063725"/>
                </a:lnTo>
                <a:lnTo>
                  <a:pt x="1512143" y="4047955"/>
                </a:lnTo>
                <a:lnTo>
                  <a:pt x="1554820" y="4031747"/>
                </a:lnTo>
                <a:lnTo>
                  <a:pt x="1597280" y="4015101"/>
                </a:lnTo>
                <a:lnTo>
                  <a:pt x="1639521" y="3998022"/>
                </a:lnTo>
                <a:lnTo>
                  <a:pt x="1681539" y="3980512"/>
                </a:lnTo>
                <a:lnTo>
                  <a:pt x="1723331" y="3962574"/>
                </a:lnTo>
                <a:lnTo>
                  <a:pt x="1764896" y="3944210"/>
                </a:lnTo>
                <a:lnTo>
                  <a:pt x="1806230" y="3925423"/>
                </a:lnTo>
                <a:lnTo>
                  <a:pt x="1847330" y="3906217"/>
                </a:lnTo>
                <a:lnTo>
                  <a:pt x="1888194" y="3886593"/>
                </a:lnTo>
                <a:lnTo>
                  <a:pt x="1928820" y="3866554"/>
                </a:lnTo>
                <a:lnTo>
                  <a:pt x="1969203" y="3846104"/>
                </a:lnTo>
                <a:lnTo>
                  <a:pt x="2009342" y="3825244"/>
                </a:lnTo>
                <a:lnTo>
                  <a:pt x="2049234" y="3803978"/>
                </a:lnTo>
                <a:lnTo>
                  <a:pt x="2088876" y="3782309"/>
                </a:lnTo>
                <a:lnTo>
                  <a:pt x="2128265" y="3760239"/>
                </a:lnTo>
                <a:lnTo>
                  <a:pt x="2167399" y="3737770"/>
                </a:lnTo>
                <a:lnTo>
                  <a:pt x="2206275" y="3714906"/>
                </a:lnTo>
                <a:lnTo>
                  <a:pt x="2244889" y="3691650"/>
                </a:lnTo>
                <a:lnTo>
                  <a:pt x="2283240" y="3668004"/>
                </a:lnTo>
                <a:lnTo>
                  <a:pt x="2321325" y="3643970"/>
                </a:lnTo>
                <a:lnTo>
                  <a:pt x="2359140" y="3619553"/>
                </a:lnTo>
                <a:lnTo>
                  <a:pt x="2396684" y="3594753"/>
                </a:lnTo>
                <a:lnTo>
                  <a:pt x="2433953" y="3569575"/>
                </a:lnTo>
                <a:lnTo>
                  <a:pt x="2470944" y="3544020"/>
                </a:lnTo>
                <a:lnTo>
                  <a:pt x="2507656" y="3518092"/>
                </a:lnTo>
                <a:lnTo>
                  <a:pt x="2544084" y="3491794"/>
                </a:lnTo>
                <a:lnTo>
                  <a:pt x="2580227" y="3465127"/>
                </a:lnTo>
                <a:lnTo>
                  <a:pt x="2616081" y="3438096"/>
                </a:lnTo>
                <a:lnTo>
                  <a:pt x="2651645" y="3410702"/>
                </a:lnTo>
                <a:lnTo>
                  <a:pt x="2686914" y="3382948"/>
                </a:lnTo>
                <a:lnTo>
                  <a:pt x="2721887" y="3354837"/>
                </a:lnTo>
                <a:lnTo>
                  <a:pt x="2756561" y="3326372"/>
                </a:lnTo>
                <a:lnTo>
                  <a:pt x="2790933" y="3297556"/>
                </a:lnTo>
                <a:lnTo>
                  <a:pt x="2824999" y="3268390"/>
                </a:lnTo>
                <a:lnTo>
                  <a:pt x="2858758" y="3238879"/>
                </a:lnTo>
                <a:lnTo>
                  <a:pt x="2892207" y="3209025"/>
                </a:lnTo>
                <a:lnTo>
                  <a:pt x="2925343" y="3178830"/>
                </a:lnTo>
                <a:lnTo>
                  <a:pt x="2958163" y="3148297"/>
                </a:lnTo>
                <a:lnTo>
                  <a:pt x="2990665" y="3117430"/>
                </a:lnTo>
                <a:lnTo>
                  <a:pt x="3022845" y="3086230"/>
                </a:lnTo>
                <a:lnTo>
                  <a:pt x="3054701" y="3054701"/>
                </a:lnTo>
                <a:lnTo>
                  <a:pt x="3086230" y="3022844"/>
                </a:lnTo>
                <a:lnTo>
                  <a:pt x="3117430" y="2990664"/>
                </a:lnTo>
                <a:lnTo>
                  <a:pt x="3148298" y="2958163"/>
                </a:lnTo>
                <a:lnTo>
                  <a:pt x="3178830" y="2925343"/>
                </a:lnTo>
                <a:lnTo>
                  <a:pt x="3209025" y="2892207"/>
                </a:lnTo>
                <a:lnTo>
                  <a:pt x="3238880" y="2858758"/>
                </a:lnTo>
                <a:lnTo>
                  <a:pt x="3268391" y="2824999"/>
                </a:lnTo>
                <a:lnTo>
                  <a:pt x="3297556" y="2790932"/>
                </a:lnTo>
                <a:lnTo>
                  <a:pt x="3326372" y="2756561"/>
                </a:lnTo>
                <a:lnTo>
                  <a:pt x="3354837" y="2721887"/>
                </a:lnTo>
                <a:lnTo>
                  <a:pt x="3382948" y="2686914"/>
                </a:lnTo>
                <a:lnTo>
                  <a:pt x="3410702" y="2651644"/>
                </a:lnTo>
                <a:lnTo>
                  <a:pt x="3438096" y="2616081"/>
                </a:lnTo>
                <a:lnTo>
                  <a:pt x="3465128" y="2580227"/>
                </a:lnTo>
                <a:lnTo>
                  <a:pt x="3491794" y="2544084"/>
                </a:lnTo>
                <a:lnTo>
                  <a:pt x="3518093" y="2507655"/>
                </a:lnTo>
                <a:lnTo>
                  <a:pt x="3544021" y="2470944"/>
                </a:lnTo>
                <a:lnTo>
                  <a:pt x="3569575" y="2433952"/>
                </a:lnTo>
                <a:lnTo>
                  <a:pt x="3594754" y="2396683"/>
                </a:lnTo>
                <a:lnTo>
                  <a:pt x="3619553" y="2359140"/>
                </a:lnTo>
                <a:lnTo>
                  <a:pt x="3643971" y="2321324"/>
                </a:lnTo>
                <a:lnTo>
                  <a:pt x="3668004" y="2283240"/>
                </a:lnTo>
                <a:lnTo>
                  <a:pt x="3691650" y="2244889"/>
                </a:lnTo>
                <a:lnTo>
                  <a:pt x="3714907" y="2206274"/>
                </a:lnTo>
                <a:lnTo>
                  <a:pt x="3737771" y="2167399"/>
                </a:lnTo>
                <a:lnTo>
                  <a:pt x="3760239" y="2128265"/>
                </a:lnTo>
                <a:lnTo>
                  <a:pt x="3782309" y="2088876"/>
                </a:lnTo>
                <a:lnTo>
                  <a:pt x="3803979" y="2049234"/>
                </a:lnTo>
                <a:lnTo>
                  <a:pt x="3825245" y="2009342"/>
                </a:lnTo>
                <a:lnTo>
                  <a:pt x="3846104" y="1969203"/>
                </a:lnTo>
                <a:lnTo>
                  <a:pt x="3866554" y="1928819"/>
                </a:lnTo>
                <a:lnTo>
                  <a:pt x="3886593" y="1888194"/>
                </a:lnTo>
                <a:lnTo>
                  <a:pt x="3906217" y="1847330"/>
                </a:lnTo>
                <a:lnTo>
                  <a:pt x="3925424" y="1806229"/>
                </a:lnTo>
                <a:lnTo>
                  <a:pt x="3944211" y="1764896"/>
                </a:lnTo>
                <a:lnTo>
                  <a:pt x="3962574" y="1723331"/>
                </a:lnTo>
                <a:lnTo>
                  <a:pt x="3980513" y="1681538"/>
                </a:lnTo>
                <a:lnTo>
                  <a:pt x="3998023" y="1639520"/>
                </a:lnTo>
                <a:lnTo>
                  <a:pt x="4015102" y="1597280"/>
                </a:lnTo>
                <a:lnTo>
                  <a:pt x="4031747" y="1554820"/>
                </a:lnTo>
                <a:lnTo>
                  <a:pt x="4047956" y="1512142"/>
                </a:lnTo>
                <a:lnTo>
                  <a:pt x="4063725" y="1469251"/>
                </a:lnTo>
                <a:lnTo>
                  <a:pt x="4079053" y="1426148"/>
                </a:lnTo>
                <a:lnTo>
                  <a:pt x="4093935" y="1382836"/>
                </a:lnTo>
                <a:lnTo>
                  <a:pt x="4108371" y="1339318"/>
                </a:lnTo>
                <a:lnTo>
                  <a:pt x="4122356" y="1295597"/>
                </a:lnTo>
                <a:lnTo>
                  <a:pt x="4135888" y="1251675"/>
                </a:lnTo>
                <a:lnTo>
                  <a:pt x="4148964" y="1207555"/>
                </a:lnTo>
                <a:lnTo>
                  <a:pt x="4161582" y="1163241"/>
                </a:lnTo>
                <a:lnTo>
                  <a:pt x="4173738" y="1118734"/>
                </a:lnTo>
                <a:lnTo>
                  <a:pt x="4185431" y="1074037"/>
                </a:lnTo>
                <a:lnTo>
                  <a:pt x="4196657" y="1029154"/>
                </a:lnTo>
                <a:lnTo>
                  <a:pt x="4207413" y="984086"/>
                </a:lnTo>
                <a:lnTo>
                  <a:pt x="4217698" y="938837"/>
                </a:lnTo>
                <a:lnTo>
                  <a:pt x="4227507" y="893410"/>
                </a:lnTo>
                <a:lnTo>
                  <a:pt x="4236839" y="847806"/>
                </a:lnTo>
                <a:lnTo>
                  <a:pt x="4245690" y="802030"/>
                </a:lnTo>
                <a:lnTo>
                  <a:pt x="4254058" y="756083"/>
                </a:lnTo>
                <a:lnTo>
                  <a:pt x="4261940" y="709968"/>
                </a:lnTo>
                <a:lnTo>
                  <a:pt x="4269334" y="663689"/>
                </a:lnTo>
                <a:lnTo>
                  <a:pt x="4276236" y="617247"/>
                </a:lnTo>
                <a:lnTo>
                  <a:pt x="4282644" y="570646"/>
                </a:lnTo>
                <a:lnTo>
                  <a:pt x="4288555" y="523889"/>
                </a:lnTo>
                <a:lnTo>
                  <a:pt x="4293967" y="476977"/>
                </a:lnTo>
                <a:lnTo>
                  <a:pt x="4298876" y="429914"/>
                </a:lnTo>
                <a:lnTo>
                  <a:pt x="4303280" y="382703"/>
                </a:lnTo>
                <a:lnTo>
                  <a:pt x="4307176" y="335346"/>
                </a:lnTo>
                <a:lnTo>
                  <a:pt x="4310562" y="287846"/>
                </a:lnTo>
                <a:lnTo>
                  <a:pt x="4313434" y="240206"/>
                </a:lnTo>
                <a:lnTo>
                  <a:pt x="4315791" y="192429"/>
                </a:lnTo>
                <a:lnTo>
                  <a:pt x="4317628" y="144517"/>
                </a:lnTo>
                <a:lnTo>
                  <a:pt x="4318944" y="96472"/>
                </a:lnTo>
                <a:lnTo>
                  <a:pt x="4319735" y="48299"/>
                </a:lnTo>
                <a:lnTo>
                  <a:pt x="4320000" y="0"/>
                </a:lnTo>
                <a:close/>
              </a:path>
            </a:pathLst>
          </a:custGeom>
          <a:solidFill>
            <a:srgbClr val="443DFF">
              <a:alpha val="107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0"/>
            <a:ext cx="3600450" cy="3600450"/>
          </a:xfrm>
          <a:custGeom>
            <a:avLst/>
            <a:gdLst/>
            <a:ahLst/>
            <a:cxnLst/>
            <a:rect l="l" t="t" r="r" b="b"/>
            <a:pathLst>
              <a:path w="3600450" h="3600450">
                <a:moveTo>
                  <a:pt x="3600000" y="0"/>
                </a:moveTo>
                <a:lnTo>
                  <a:pt x="0" y="0"/>
                </a:lnTo>
                <a:lnTo>
                  <a:pt x="0" y="3600000"/>
                </a:lnTo>
                <a:lnTo>
                  <a:pt x="48417" y="3599681"/>
                </a:lnTo>
                <a:lnTo>
                  <a:pt x="96682" y="3598726"/>
                </a:lnTo>
                <a:lnTo>
                  <a:pt x="144790" y="3597141"/>
                </a:lnTo>
                <a:lnTo>
                  <a:pt x="192736" y="3594928"/>
                </a:lnTo>
                <a:lnTo>
                  <a:pt x="240517" y="3592092"/>
                </a:lnTo>
                <a:lnTo>
                  <a:pt x="288129" y="3588637"/>
                </a:lnTo>
                <a:lnTo>
                  <a:pt x="335567" y="3584567"/>
                </a:lnTo>
                <a:lnTo>
                  <a:pt x="382829" y="3579885"/>
                </a:lnTo>
                <a:lnTo>
                  <a:pt x="429909" y="3574595"/>
                </a:lnTo>
                <a:lnTo>
                  <a:pt x="476804" y="3568703"/>
                </a:lnTo>
                <a:lnTo>
                  <a:pt x="523510" y="3562211"/>
                </a:lnTo>
                <a:lnTo>
                  <a:pt x="570023" y="3555123"/>
                </a:lnTo>
                <a:lnTo>
                  <a:pt x="616338" y="3547445"/>
                </a:lnTo>
                <a:lnTo>
                  <a:pt x="662453" y="3539178"/>
                </a:lnTo>
                <a:lnTo>
                  <a:pt x="708363" y="3530329"/>
                </a:lnTo>
                <a:lnTo>
                  <a:pt x="754063" y="3520899"/>
                </a:lnTo>
                <a:lnTo>
                  <a:pt x="799551" y="3510895"/>
                </a:lnTo>
                <a:lnTo>
                  <a:pt x="844821" y="3500319"/>
                </a:lnTo>
                <a:lnTo>
                  <a:pt x="889871" y="3489175"/>
                </a:lnTo>
                <a:lnTo>
                  <a:pt x="934696" y="3477468"/>
                </a:lnTo>
                <a:lnTo>
                  <a:pt x="979291" y="3465201"/>
                </a:lnTo>
                <a:lnTo>
                  <a:pt x="1023654" y="3452379"/>
                </a:lnTo>
                <a:lnTo>
                  <a:pt x="1067780" y="3439005"/>
                </a:lnTo>
                <a:lnTo>
                  <a:pt x="1111665" y="3425083"/>
                </a:lnTo>
                <a:lnTo>
                  <a:pt x="1155305" y="3410618"/>
                </a:lnTo>
                <a:lnTo>
                  <a:pt x="1198696" y="3395613"/>
                </a:lnTo>
                <a:lnTo>
                  <a:pt x="1241834" y="3380073"/>
                </a:lnTo>
                <a:lnTo>
                  <a:pt x="1284715" y="3364001"/>
                </a:lnTo>
                <a:lnTo>
                  <a:pt x="1327336" y="3347401"/>
                </a:lnTo>
                <a:lnTo>
                  <a:pt x="1369692" y="3330278"/>
                </a:lnTo>
                <a:lnTo>
                  <a:pt x="1411779" y="3312634"/>
                </a:lnTo>
                <a:lnTo>
                  <a:pt x="1453593" y="3294475"/>
                </a:lnTo>
                <a:lnTo>
                  <a:pt x="1495130" y="3275805"/>
                </a:lnTo>
                <a:lnTo>
                  <a:pt x="1536387" y="3256626"/>
                </a:lnTo>
                <a:lnTo>
                  <a:pt x="1577359" y="3236944"/>
                </a:lnTo>
                <a:lnTo>
                  <a:pt x="1618042" y="3216762"/>
                </a:lnTo>
                <a:lnTo>
                  <a:pt x="1658433" y="3196084"/>
                </a:lnTo>
                <a:lnTo>
                  <a:pt x="1698527" y="3174914"/>
                </a:lnTo>
                <a:lnTo>
                  <a:pt x="1738320" y="3153257"/>
                </a:lnTo>
                <a:lnTo>
                  <a:pt x="1777809" y="3131115"/>
                </a:lnTo>
                <a:lnTo>
                  <a:pt x="1816989" y="3108494"/>
                </a:lnTo>
                <a:lnTo>
                  <a:pt x="1855856" y="3085397"/>
                </a:lnTo>
                <a:lnTo>
                  <a:pt x="1894407" y="3061828"/>
                </a:lnTo>
                <a:lnTo>
                  <a:pt x="1932637" y="3037790"/>
                </a:lnTo>
                <a:lnTo>
                  <a:pt x="1970543" y="3013289"/>
                </a:lnTo>
                <a:lnTo>
                  <a:pt x="2008120" y="2988328"/>
                </a:lnTo>
                <a:lnTo>
                  <a:pt x="2045365" y="2962911"/>
                </a:lnTo>
                <a:lnTo>
                  <a:pt x="2082273" y="2937042"/>
                </a:lnTo>
                <a:lnTo>
                  <a:pt x="2118841" y="2910725"/>
                </a:lnTo>
                <a:lnTo>
                  <a:pt x="2155064" y="2883964"/>
                </a:lnTo>
                <a:lnTo>
                  <a:pt x="2190939" y="2856763"/>
                </a:lnTo>
                <a:lnTo>
                  <a:pt x="2226461" y="2829126"/>
                </a:lnTo>
                <a:lnTo>
                  <a:pt x="2261627" y="2801056"/>
                </a:lnTo>
                <a:lnTo>
                  <a:pt x="2296433" y="2772559"/>
                </a:lnTo>
                <a:lnTo>
                  <a:pt x="2330874" y="2743637"/>
                </a:lnTo>
                <a:lnTo>
                  <a:pt x="2364947" y="2714296"/>
                </a:lnTo>
                <a:lnTo>
                  <a:pt x="2398647" y="2684538"/>
                </a:lnTo>
                <a:lnTo>
                  <a:pt x="2431971" y="2654368"/>
                </a:lnTo>
                <a:lnTo>
                  <a:pt x="2464915" y="2623789"/>
                </a:lnTo>
                <a:lnTo>
                  <a:pt x="2497474" y="2592807"/>
                </a:lnTo>
                <a:lnTo>
                  <a:pt x="2529646" y="2561424"/>
                </a:lnTo>
                <a:lnTo>
                  <a:pt x="2561425" y="2529645"/>
                </a:lnTo>
                <a:lnTo>
                  <a:pt x="2592807" y="2497474"/>
                </a:lnTo>
                <a:lnTo>
                  <a:pt x="2623790" y="2464914"/>
                </a:lnTo>
                <a:lnTo>
                  <a:pt x="2654368" y="2431971"/>
                </a:lnTo>
                <a:lnTo>
                  <a:pt x="2684538" y="2398647"/>
                </a:lnTo>
                <a:lnTo>
                  <a:pt x="2714296" y="2364946"/>
                </a:lnTo>
                <a:lnTo>
                  <a:pt x="2743638" y="2330873"/>
                </a:lnTo>
                <a:lnTo>
                  <a:pt x="2772559" y="2296432"/>
                </a:lnTo>
                <a:lnTo>
                  <a:pt x="2801057" y="2261627"/>
                </a:lnTo>
                <a:lnTo>
                  <a:pt x="2829126" y="2226461"/>
                </a:lnTo>
                <a:lnTo>
                  <a:pt x="2856763" y="2190938"/>
                </a:lnTo>
                <a:lnTo>
                  <a:pt x="2883964" y="2155064"/>
                </a:lnTo>
                <a:lnTo>
                  <a:pt x="2910726" y="2118840"/>
                </a:lnTo>
                <a:lnTo>
                  <a:pt x="2937043" y="2082273"/>
                </a:lnTo>
                <a:lnTo>
                  <a:pt x="2962912" y="2045365"/>
                </a:lnTo>
                <a:lnTo>
                  <a:pt x="2988329" y="2008120"/>
                </a:lnTo>
                <a:lnTo>
                  <a:pt x="3013290" y="1970543"/>
                </a:lnTo>
                <a:lnTo>
                  <a:pt x="3037791" y="1932637"/>
                </a:lnTo>
                <a:lnTo>
                  <a:pt x="3061828" y="1894407"/>
                </a:lnTo>
                <a:lnTo>
                  <a:pt x="3085397" y="1855856"/>
                </a:lnTo>
                <a:lnTo>
                  <a:pt x="3108494" y="1816988"/>
                </a:lnTo>
                <a:lnTo>
                  <a:pt x="3131116" y="1777808"/>
                </a:lnTo>
                <a:lnTo>
                  <a:pt x="3153257" y="1738320"/>
                </a:lnTo>
                <a:lnTo>
                  <a:pt x="3174915" y="1698526"/>
                </a:lnTo>
                <a:lnTo>
                  <a:pt x="3196084" y="1658432"/>
                </a:lnTo>
                <a:lnTo>
                  <a:pt x="3216762" y="1618042"/>
                </a:lnTo>
                <a:lnTo>
                  <a:pt x="3236944" y="1577359"/>
                </a:lnTo>
                <a:lnTo>
                  <a:pt x="3256627" y="1536387"/>
                </a:lnTo>
                <a:lnTo>
                  <a:pt x="3275805" y="1495130"/>
                </a:lnTo>
                <a:lnTo>
                  <a:pt x="3294476" y="1453592"/>
                </a:lnTo>
                <a:lnTo>
                  <a:pt x="3312635" y="1411778"/>
                </a:lnTo>
                <a:lnTo>
                  <a:pt x="3330278" y="1369691"/>
                </a:lnTo>
                <a:lnTo>
                  <a:pt x="3347401" y="1327335"/>
                </a:lnTo>
                <a:lnTo>
                  <a:pt x="3364001" y="1284715"/>
                </a:lnTo>
                <a:lnTo>
                  <a:pt x="3380073" y="1241833"/>
                </a:lnTo>
                <a:lnTo>
                  <a:pt x="3395614" y="1198695"/>
                </a:lnTo>
                <a:lnTo>
                  <a:pt x="3410619" y="1155304"/>
                </a:lnTo>
                <a:lnTo>
                  <a:pt x="3425084" y="1111664"/>
                </a:lnTo>
                <a:lnTo>
                  <a:pt x="3439005" y="1067779"/>
                </a:lnTo>
                <a:lnTo>
                  <a:pt x="3452379" y="1023654"/>
                </a:lnTo>
                <a:lnTo>
                  <a:pt x="3465201" y="979291"/>
                </a:lnTo>
                <a:lnTo>
                  <a:pt x="3477468" y="934695"/>
                </a:lnTo>
                <a:lnTo>
                  <a:pt x="3489175" y="889871"/>
                </a:lnTo>
                <a:lnTo>
                  <a:pt x="3500319" y="844821"/>
                </a:lnTo>
                <a:lnTo>
                  <a:pt x="3510895" y="799551"/>
                </a:lnTo>
                <a:lnTo>
                  <a:pt x="3520900" y="754063"/>
                </a:lnTo>
                <a:lnTo>
                  <a:pt x="3530329" y="708362"/>
                </a:lnTo>
                <a:lnTo>
                  <a:pt x="3539179" y="662453"/>
                </a:lnTo>
                <a:lnTo>
                  <a:pt x="3547445" y="616338"/>
                </a:lnTo>
                <a:lnTo>
                  <a:pt x="3555124" y="570022"/>
                </a:lnTo>
                <a:lnTo>
                  <a:pt x="3562211" y="523510"/>
                </a:lnTo>
                <a:lnTo>
                  <a:pt x="3568703" y="476804"/>
                </a:lnTo>
                <a:lnTo>
                  <a:pt x="3574596" y="429908"/>
                </a:lnTo>
                <a:lnTo>
                  <a:pt x="3579885" y="382828"/>
                </a:lnTo>
                <a:lnTo>
                  <a:pt x="3584567" y="335567"/>
                </a:lnTo>
                <a:lnTo>
                  <a:pt x="3588637" y="288128"/>
                </a:lnTo>
                <a:lnTo>
                  <a:pt x="3592093" y="240516"/>
                </a:lnTo>
                <a:lnTo>
                  <a:pt x="3594929" y="192736"/>
                </a:lnTo>
                <a:lnTo>
                  <a:pt x="3597141" y="144789"/>
                </a:lnTo>
                <a:lnTo>
                  <a:pt x="3598727" y="96682"/>
                </a:lnTo>
                <a:lnTo>
                  <a:pt x="3599681" y="48417"/>
                </a:lnTo>
                <a:lnTo>
                  <a:pt x="3600000" y="0"/>
                </a:lnTo>
                <a:close/>
              </a:path>
            </a:pathLst>
          </a:custGeom>
          <a:solidFill>
            <a:srgbClr val="443DFF">
              <a:alpha val="8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0" y="0"/>
            <a:ext cx="2880360" cy="2880360"/>
          </a:xfrm>
          <a:custGeom>
            <a:avLst/>
            <a:gdLst/>
            <a:ahLst/>
            <a:cxnLst/>
            <a:rect l="l" t="t" r="r" b="b"/>
            <a:pathLst>
              <a:path w="2880360" h="2880360">
                <a:moveTo>
                  <a:pt x="2880000" y="0"/>
                </a:moveTo>
                <a:lnTo>
                  <a:pt x="0" y="0"/>
                </a:lnTo>
                <a:lnTo>
                  <a:pt x="0" y="2880000"/>
                </a:lnTo>
                <a:lnTo>
                  <a:pt x="48106" y="2879606"/>
                </a:lnTo>
                <a:lnTo>
                  <a:pt x="96021" y="2878429"/>
                </a:lnTo>
                <a:lnTo>
                  <a:pt x="143741" y="2876475"/>
                </a:lnTo>
                <a:lnTo>
                  <a:pt x="191257" y="2873750"/>
                </a:lnTo>
                <a:lnTo>
                  <a:pt x="238565" y="2870260"/>
                </a:lnTo>
                <a:lnTo>
                  <a:pt x="285657" y="2866011"/>
                </a:lnTo>
                <a:lnTo>
                  <a:pt x="332529" y="2861010"/>
                </a:lnTo>
                <a:lnTo>
                  <a:pt x="379173" y="2855262"/>
                </a:lnTo>
                <a:lnTo>
                  <a:pt x="425585" y="2848773"/>
                </a:lnTo>
                <a:lnTo>
                  <a:pt x="471757" y="2841550"/>
                </a:lnTo>
                <a:lnTo>
                  <a:pt x="517683" y="2833599"/>
                </a:lnTo>
                <a:lnTo>
                  <a:pt x="563358" y="2824926"/>
                </a:lnTo>
                <a:lnTo>
                  <a:pt x="608775" y="2815536"/>
                </a:lnTo>
                <a:lnTo>
                  <a:pt x="653928" y="2805437"/>
                </a:lnTo>
                <a:lnTo>
                  <a:pt x="698812" y="2794634"/>
                </a:lnTo>
                <a:lnTo>
                  <a:pt x="743419" y="2783133"/>
                </a:lnTo>
                <a:lnTo>
                  <a:pt x="787744" y="2770941"/>
                </a:lnTo>
                <a:lnTo>
                  <a:pt x="831781" y="2758063"/>
                </a:lnTo>
                <a:lnTo>
                  <a:pt x="875524" y="2744506"/>
                </a:lnTo>
                <a:lnTo>
                  <a:pt x="918966" y="2730276"/>
                </a:lnTo>
                <a:lnTo>
                  <a:pt x="962102" y="2715378"/>
                </a:lnTo>
                <a:lnTo>
                  <a:pt x="1004925" y="2699820"/>
                </a:lnTo>
                <a:lnTo>
                  <a:pt x="1047429" y="2683606"/>
                </a:lnTo>
                <a:lnTo>
                  <a:pt x="1089608" y="2666744"/>
                </a:lnTo>
                <a:lnTo>
                  <a:pt x="1131456" y="2649239"/>
                </a:lnTo>
                <a:lnTo>
                  <a:pt x="1172967" y="2631097"/>
                </a:lnTo>
                <a:lnTo>
                  <a:pt x="1214135" y="2612325"/>
                </a:lnTo>
                <a:lnTo>
                  <a:pt x="1254953" y="2592929"/>
                </a:lnTo>
                <a:lnTo>
                  <a:pt x="1295416" y="2572914"/>
                </a:lnTo>
                <a:lnTo>
                  <a:pt x="1335517" y="2552287"/>
                </a:lnTo>
                <a:lnTo>
                  <a:pt x="1375251" y="2531055"/>
                </a:lnTo>
                <a:lnTo>
                  <a:pt x="1414611" y="2509222"/>
                </a:lnTo>
                <a:lnTo>
                  <a:pt x="1453591" y="2486795"/>
                </a:lnTo>
                <a:lnTo>
                  <a:pt x="1492185" y="2463781"/>
                </a:lnTo>
                <a:lnTo>
                  <a:pt x="1530386" y="2440185"/>
                </a:lnTo>
                <a:lnTo>
                  <a:pt x="1568190" y="2416014"/>
                </a:lnTo>
                <a:lnTo>
                  <a:pt x="1605589" y="2391273"/>
                </a:lnTo>
                <a:lnTo>
                  <a:pt x="1642577" y="2365969"/>
                </a:lnTo>
                <a:lnTo>
                  <a:pt x="1679149" y="2340108"/>
                </a:lnTo>
                <a:lnTo>
                  <a:pt x="1715299" y="2313696"/>
                </a:lnTo>
                <a:lnTo>
                  <a:pt x="1751019" y="2286739"/>
                </a:lnTo>
                <a:lnTo>
                  <a:pt x="1786305" y="2259243"/>
                </a:lnTo>
                <a:lnTo>
                  <a:pt x="1821150" y="2231215"/>
                </a:lnTo>
                <a:lnTo>
                  <a:pt x="1855547" y="2202660"/>
                </a:lnTo>
                <a:lnTo>
                  <a:pt x="1889491" y="2173584"/>
                </a:lnTo>
                <a:lnTo>
                  <a:pt x="1922976" y="2143994"/>
                </a:lnTo>
                <a:lnTo>
                  <a:pt x="1955995" y="2113896"/>
                </a:lnTo>
                <a:lnTo>
                  <a:pt x="1988543" y="2083296"/>
                </a:lnTo>
                <a:lnTo>
                  <a:pt x="2020613" y="2052200"/>
                </a:lnTo>
                <a:lnTo>
                  <a:pt x="2052199" y="2020613"/>
                </a:lnTo>
                <a:lnTo>
                  <a:pt x="2083296" y="1988543"/>
                </a:lnTo>
                <a:lnTo>
                  <a:pt x="2113896" y="1955995"/>
                </a:lnTo>
                <a:lnTo>
                  <a:pt x="2143994" y="1922976"/>
                </a:lnTo>
                <a:lnTo>
                  <a:pt x="2173584" y="1889491"/>
                </a:lnTo>
                <a:lnTo>
                  <a:pt x="2202660" y="1855547"/>
                </a:lnTo>
                <a:lnTo>
                  <a:pt x="2231215" y="1821150"/>
                </a:lnTo>
                <a:lnTo>
                  <a:pt x="2259243" y="1786305"/>
                </a:lnTo>
                <a:lnTo>
                  <a:pt x="2286739" y="1751019"/>
                </a:lnTo>
                <a:lnTo>
                  <a:pt x="2313696" y="1715299"/>
                </a:lnTo>
                <a:lnTo>
                  <a:pt x="2340108" y="1679150"/>
                </a:lnTo>
                <a:lnTo>
                  <a:pt x="2365969" y="1642578"/>
                </a:lnTo>
                <a:lnTo>
                  <a:pt x="2391273" y="1605589"/>
                </a:lnTo>
                <a:lnTo>
                  <a:pt x="2416014" y="1568190"/>
                </a:lnTo>
                <a:lnTo>
                  <a:pt x="2440185" y="1530386"/>
                </a:lnTo>
                <a:lnTo>
                  <a:pt x="2463781" y="1492185"/>
                </a:lnTo>
                <a:lnTo>
                  <a:pt x="2486795" y="1453591"/>
                </a:lnTo>
                <a:lnTo>
                  <a:pt x="2509222" y="1414611"/>
                </a:lnTo>
                <a:lnTo>
                  <a:pt x="2531055" y="1375251"/>
                </a:lnTo>
                <a:lnTo>
                  <a:pt x="2552288" y="1335518"/>
                </a:lnTo>
                <a:lnTo>
                  <a:pt x="2572914" y="1295416"/>
                </a:lnTo>
                <a:lnTo>
                  <a:pt x="2592929" y="1254953"/>
                </a:lnTo>
                <a:lnTo>
                  <a:pt x="2612325" y="1214135"/>
                </a:lnTo>
                <a:lnTo>
                  <a:pt x="2631098" y="1172967"/>
                </a:lnTo>
                <a:lnTo>
                  <a:pt x="2649239" y="1131456"/>
                </a:lnTo>
                <a:lnTo>
                  <a:pt x="2666744" y="1089608"/>
                </a:lnTo>
                <a:lnTo>
                  <a:pt x="2683606" y="1047429"/>
                </a:lnTo>
                <a:lnTo>
                  <a:pt x="2699820" y="1004925"/>
                </a:lnTo>
                <a:lnTo>
                  <a:pt x="2715378" y="962102"/>
                </a:lnTo>
                <a:lnTo>
                  <a:pt x="2730276" y="918966"/>
                </a:lnTo>
                <a:lnTo>
                  <a:pt x="2744506" y="875524"/>
                </a:lnTo>
                <a:lnTo>
                  <a:pt x="2758064" y="831782"/>
                </a:lnTo>
                <a:lnTo>
                  <a:pt x="2770941" y="787745"/>
                </a:lnTo>
                <a:lnTo>
                  <a:pt x="2783134" y="743419"/>
                </a:lnTo>
                <a:lnTo>
                  <a:pt x="2794634" y="698812"/>
                </a:lnTo>
                <a:lnTo>
                  <a:pt x="2805438" y="653928"/>
                </a:lnTo>
                <a:lnTo>
                  <a:pt x="2815537" y="608775"/>
                </a:lnTo>
                <a:lnTo>
                  <a:pt x="2824926" y="563358"/>
                </a:lnTo>
                <a:lnTo>
                  <a:pt x="2833599" y="517683"/>
                </a:lnTo>
                <a:lnTo>
                  <a:pt x="2841551" y="471757"/>
                </a:lnTo>
                <a:lnTo>
                  <a:pt x="2848773" y="425585"/>
                </a:lnTo>
                <a:lnTo>
                  <a:pt x="2855262" y="379173"/>
                </a:lnTo>
                <a:lnTo>
                  <a:pt x="2861010" y="332529"/>
                </a:lnTo>
                <a:lnTo>
                  <a:pt x="2866012" y="285657"/>
                </a:lnTo>
                <a:lnTo>
                  <a:pt x="2870260" y="238564"/>
                </a:lnTo>
                <a:lnTo>
                  <a:pt x="2873750" y="191257"/>
                </a:lnTo>
                <a:lnTo>
                  <a:pt x="2876475" y="143740"/>
                </a:lnTo>
                <a:lnTo>
                  <a:pt x="2878430" y="96021"/>
                </a:lnTo>
                <a:lnTo>
                  <a:pt x="2879606" y="48105"/>
                </a:lnTo>
                <a:lnTo>
                  <a:pt x="2880000" y="0"/>
                </a:lnTo>
                <a:close/>
              </a:path>
            </a:pathLst>
          </a:custGeom>
          <a:solidFill>
            <a:srgbClr val="443DFF">
              <a:alpha val="7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0" y="0"/>
            <a:ext cx="2160270" cy="2160270"/>
          </a:xfrm>
          <a:custGeom>
            <a:avLst/>
            <a:gdLst/>
            <a:ahLst/>
            <a:cxnLst/>
            <a:rect l="l" t="t" r="r" b="b"/>
            <a:pathLst>
              <a:path w="2160270" h="2160270">
                <a:moveTo>
                  <a:pt x="2159999" y="0"/>
                </a:moveTo>
                <a:lnTo>
                  <a:pt x="0" y="0"/>
                </a:lnTo>
                <a:lnTo>
                  <a:pt x="0" y="2160000"/>
                </a:lnTo>
                <a:lnTo>
                  <a:pt x="48236" y="2159472"/>
                </a:lnTo>
                <a:lnTo>
                  <a:pt x="96214" y="2157895"/>
                </a:lnTo>
                <a:lnTo>
                  <a:pt x="143923" y="2155281"/>
                </a:lnTo>
                <a:lnTo>
                  <a:pt x="191351" y="2151640"/>
                </a:lnTo>
                <a:lnTo>
                  <a:pt x="238488" y="2146983"/>
                </a:lnTo>
                <a:lnTo>
                  <a:pt x="285323" y="2141322"/>
                </a:lnTo>
                <a:lnTo>
                  <a:pt x="331844" y="2134667"/>
                </a:lnTo>
                <a:lnTo>
                  <a:pt x="378041" y="2127029"/>
                </a:lnTo>
                <a:lnTo>
                  <a:pt x="423903" y="2118419"/>
                </a:lnTo>
                <a:lnTo>
                  <a:pt x="469418" y="2108849"/>
                </a:lnTo>
                <a:lnTo>
                  <a:pt x="514577" y="2098328"/>
                </a:lnTo>
                <a:lnTo>
                  <a:pt x="559367" y="2086869"/>
                </a:lnTo>
                <a:lnTo>
                  <a:pt x="603778" y="2074482"/>
                </a:lnTo>
                <a:lnTo>
                  <a:pt x="647798" y="2061178"/>
                </a:lnTo>
                <a:lnTo>
                  <a:pt x="691418" y="2046968"/>
                </a:lnTo>
                <a:lnTo>
                  <a:pt x="734625" y="2031863"/>
                </a:lnTo>
                <a:lnTo>
                  <a:pt x="777410" y="2015873"/>
                </a:lnTo>
                <a:lnTo>
                  <a:pt x="819760" y="1999011"/>
                </a:lnTo>
                <a:lnTo>
                  <a:pt x="861665" y="1981287"/>
                </a:lnTo>
                <a:lnTo>
                  <a:pt x="903114" y="1962712"/>
                </a:lnTo>
                <a:lnTo>
                  <a:pt x="944097" y="1943296"/>
                </a:lnTo>
                <a:lnTo>
                  <a:pt x="984601" y="1923052"/>
                </a:lnTo>
                <a:lnTo>
                  <a:pt x="1024617" y="1901989"/>
                </a:lnTo>
                <a:lnTo>
                  <a:pt x="1064132" y="1880119"/>
                </a:lnTo>
                <a:lnTo>
                  <a:pt x="1103137" y="1857453"/>
                </a:lnTo>
                <a:lnTo>
                  <a:pt x="1141620" y="1834002"/>
                </a:lnTo>
                <a:lnTo>
                  <a:pt x="1179570" y="1809776"/>
                </a:lnTo>
                <a:lnTo>
                  <a:pt x="1216976" y="1784787"/>
                </a:lnTo>
                <a:lnTo>
                  <a:pt x="1253827" y="1759046"/>
                </a:lnTo>
                <a:lnTo>
                  <a:pt x="1290113" y="1732564"/>
                </a:lnTo>
                <a:lnTo>
                  <a:pt x="1325822" y="1705351"/>
                </a:lnTo>
                <a:lnTo>
                  <a:pt x="1360943" y="1677418"/>
                </a:lnTo>
                <a:lnTo>
                  <a:pt x="1395466" y="1648778"/>
                </a:lnTo>
                <a:lnTo>
                  <a:pt x="1429379" y="1619440"/>
                </a:lnTo>
                <a:lnTo>
                  <a:pt x="1462671" y="1589415"/>
                </a:lnTo>
                <a:lnTo>
                  <a:pt x="1495332" y="1558715"/>
                </a:lnTo>
                <a:lnTo>
                  <a:pt x="1527350" y="1527350"/>
                </a:lnTo>
                <a:lnTo>
                  <a:pt x="1558714" y="1495332"/>
                </a:lnTo>
                <a:lnTo>
                  <a:pt x="1589415" y="1462671"/>
                </a:lnTo>
                <a:lnTo>
                  <a:pt x="1619439" y="1429379"/>
                </a:lnTo>
                <a:lnTo>
                  <a:pt x="1648777" y="1395466"/>
                </a:lnTo>
                <a:lnTo>
                  <a:pt x="1677418" y="1360943"/>
                </a:lnTo>
                <a:lnTo>
                  <a:pt x="1705350" y="1325822"/>
                </a:lnTo>
                <a:lnTo>
                  <a:pt x="1732563" y="1290113"/>
                </a:lnTo>
                <a:lnTo>
                  <a:pt x="1759046" y="1253827"/>
                </a:lnTo>
                <a:lnTo>
                  <a:pt x="1784787" y="1216976"/>
                </a:lnTo>
                <a:lnTo>
                  <a:pt x="1809776" y="1179570"/>
                </a:lnTo>
                <a:lnTo>
                  <a:pt x="1834001" y="1141620"/>
                </a:lnTo>
                <a:lnTo>
                  <a:pt x="1857453" y="1103137"/>
                </a:lnTo>
                <a:lnTo>
                  <a:pt x="1880119" y="1064132"/>
                </a:lnTo>
                <a:lnTo>
                  <a:pt x="1901989" y="1024617"/>
                </a:lnTo>
                <a:lnTo>
                  <a:pt x="1923051" y="984601"/>
                </a:lnTo>
                <a:lnTo>
                  <a:pt x="1943296" y="944097"/>
                </a:lnTo>
                <a:lnTo>
                  <a:pt x="1962711" y="903114"/>
                </a:lnTo>
                <a:lnTo>
                  <a:pt x="1981286" y="861665"/>
                </a:lnTo>
                <a:lnTo>
                  <a:pt x="1999011" y="819760"/>
                </a:lnTo>
                <a:lnTo>
                  <a:pt x="2015873" y="777409"/>
                </a:lnTo>
                <a:lnTo>
                  <a:pt x="2031862" y="734625"/>
                </a:lnTo>
                <a:lnTo>
                  <a:pt x="2046967" y="691418"/>
                </a:lnTo>
                <a:lnTo>
                  <a:pt x="2061177" y="647798"/>
                </a:lnTo>
                <a:lnTo>
                  <a:pt x="2074481" y="603777"/>
                </a:lnTo>
                <a:lnTo>
                  <a:pt x="2086868" y="559366"/>
                </a:lnTo>
                <a:lnTo>
                  <a:pt x="2098328" y="514576"/>
                </a:lnTo>
                <a:lnTo>
                  <a:pt x="2108848" y="469418"/>
                </a:lnTo>
                <a:lnTo>
                  <a:pt x="2118418" y="423903"/>
                </a:lnTo>
                <a:lnTo>
                  <a:pt x="2127028" y="378041"/>
                </a:lnTo>
                <a:lnTo>
                  <a:pt x="2134666" y="331844"/>
                </a:lnTo>
                <a:lnTo>
                  <a:pt x="2141321" y="285323"/>
                </a:lnTo>
                <a:lnTo>
                  <a:pt x="2146983" y="238488"/>
                </a:lnTo>
                <a:lnTo>
                  <a:pt x="2151639" y="191351"/>
                </a:lnTo>
                <a:lnTo>
                  <a:pt x="2155280" y="143923"/>
                </a:lnTo>
                <a:lnTo>
                  <a:pt x="2157894" y="96214"/>
                </a:lnTo>
                <a:lnTo>
                  <a:pt x="2159471" y="48236"/>
                </a:lnTo>
                <a:lnTo>
                  <a:pt x="2159999" y="0"/>
                </a:lnTo>
                <a:close/>
              </a:path>
            </a:pathLst>
          </a:custGeom>
          <a:solidFill>
            <a:srgbClr val="443DFF">
              <a:alpha val="53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0"/>
            <a:ext cx="1440180" cy="1440180"/>
          </a:xfrm>
          <a:custGeom>
            <a:avLst/>
            <a:gdLst/>
            <a:ahLst/>
            <a:cxnLst/>
            <a:rect l="l" t="t" r="r" b="b"/>
            <a:pathLst>
              <a:path w="1440180" h="1440180">
                <a:moveTo>
                  <a:pt x="1439999" y="0"/>
                </a:moveTo>
                <a:lnTo>
                  <a:pt x="0" y="0"/>
                </a:lnTo>
                <a:lnTo>
                  <a:pt x="0" y="1440000"/>
                </a:lnTo>
                <a:lnTo>
                  <a:pt x="48498" y="1439199"/>
                </a:lnTo>
                <a:lnTo>
                  <a:pt x="96596" y="1436811"/>
                </a:lnTo>
                <a:lnTo>
                  <a:pt x="144266" y="1432863"/>
                </a:lnTo>
                <a:lnTo>
                  <a:pt x="191485" y="1427380"/>
                </a:lnTo>
                <a:lnTo>
                  <a:pt x="238227" y="1420386"/>
                </a:lnTo>
                <a:lnTo>
                  <a:pt x="284466" y="1411907"/>
                </a:lnTo>
                <a:lnTo>
                  <a:pt x="330178" y="1401969"/>
                </a:lnTo>
                <a:lnTo>
                  <a:pt x="375337" y="1390595"/>
                </a:lnTo>
                <a:lnTo>
                  <a:pt x="419919" y="1377812"/>
                </a:lnTo>
                <a:lnTo>
                  <a:pt x="463897" y="1363645"/>
                </a:lnTo>
                <a:lnTo>
                  <a:pt x="507247" y="1348118"/>
                </a:lnTo>
                <a:lnTo>
                  <a:pt x="549943" y="1331258"/>
                </a:lnTo>
                <a:lnTo>
                  <a:pt x="591961" y="1313089"/>
                </a:lnTo>
                <a:lnTo>
                  <a:pt x="633275" y="1293637"/>
                </a:lnTo>
                <a:lnTo>
                  <a:pt x="673860" y="1272926"/>
                </a:lnTo>
                <a:lnTo>
                  <a:pt x="713690" y="1250982"/>
                </a:lnTo>
                <a:lnTo>
                  <a:pt x="752741" y="1227830"/>
                </a:lnTo>
                <a:lnTo>
                  <a:pt x="790987" y="1203496"/>
                </a:lnTo>
                <a:lnTo>
                  <a:pt x="828404" y="1178004"/>
                </a:lnTo>
                <a:lnTo>
                  <a:pt x="864965" y="1151379"/>
                </a:lnTo>
                <a:lnTo>
                  <a:pt x="900646" y="1123648"/>
                </a:lnTo>
                <a:lnTo>
                  <a:pt x="935421" y="1094835"/>
                </a:lnTo>
                <a:lnTo>
                  <a:pt x="969266" y="1064965"/>
                </a:lnTo>
                <a:lnTo>
                  <a:pt x="1002155" y="1034063"/>
                </a:lnTo>
                <a:lnTo>
                  <a:pt x="1034063" y="1002155"/>
                </a:lnTo>
                <a:lnTo>
                  <a:pt x="1064964" y="969267"/>
                </a:lnTo>
                <a:lnTo>
                  <a:pt x="1094834" y="935422"/>
                </a:lnTo>
                <a:lnTo>
                  <a:pt x="1123647" y="900646"/>
                </a:lnTo>
                <a:lnTo>
                  <a:pt x="1151379" y="864965"/>
                </a:lnTo>
                <a:lnTo>
                  <a:pt x="1178003" y="828404"/>
                </a:lnTo>
                <a:lnTo>
                  <a:pt x="1203495" y="790988"/>
                </a:lnTo>
                <a:lnTo>
                  <a:pt x="1227830" y="752741"/>
                </a:lnTo>
                <a:lnTo>
                  <a:pt x="1250981" y="713690"/>
                </a:lnTo>
                <a:lnTo>
                  <a:pt x="1272925" y="673860"/>
                </a:lnTo>
                <a:lnTo>
                  <a:pt x="1293636" y="633275"/>
                </a:lnTo>
                <a:lnTo>
                  <a:pt x="1313088" y="591961"/>
                </a:lnTo>
                <a:lnTo>
                  <a:pt x="1331257" y="549943"/>
                </a:lnTo>
                <a:lnTo>
                  <a:pt x="1348118" y="507247"/>
                </a:lnTo>
                <a:lnTo>
                  <a:pt x="1363644" y="463897"/>
                </a:lnTo>
                <a:lnTo>
                  <a:pt x="1377811" y="419919"/>
                </a:lnTo>
                <a:lnTo>
                  <a:pt x="1390594" y="375337"/>
                </a:lnTo>
                <a:lnTo>
                  <a:pt x="1401968" y="330178"/>
                </a:lnTo>
                <a:lnTo>
                  <a:pt x="1411907" y="284466"/>
                </a:lnTo>
                <a:lnTo>
                  <a:pt x="1420385" y="238227"/>
                </a:lnTo>
                <a:lnTo>
                  <a:pt x="1427379" y="191485"/>
                </a:lnTo>
                <a:lnTo>
                  <a:pt x="1432863" y="144266"/>
                </a:lnTo>
                <a:lnTo>
                  <a:pt x="1436811" y="96595"/>
                </a:lnTo>
                <a:lnTo>
                  <a:pt x="1439198" y="48498"/>
                </a:lnTo>
                <a:lnTo>
                  <a:pt x="1439999" y="0"/>
                </a:lnTo>
                <a:close/>
              </a:path>
            </a:pathLst>
          </a:custGeom>
          <a:solidFill>
            <a:srgbClr val="443DFF">
              <a:alpha val="35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0"/>
            <a:ext cx="720090" cy="720090"/>
          </a:xfrm>
          <a:custGeom>
            <a:avLst/>
            <a:gdLst/>
            <a:ahLst/>
            <a:cxnLst/>
            <a:rect l="l" t="t" r="r" b="b"/>
            <a:pathLst>
              <a:path w="720090" h="720090">
                <a:moveTo>
                  <a:pt x="719999" y="0"/>
                </a:moveTo>
                <a:lnTo>
                  <a:pt x="0" y="0"/>
                </a:lnTo>
                <a:lnTo>
                  <a:pt x="0" y="719999"/>
                </a:lnTo>
                <a:lnTo>
                  <a:pt x="47340" y="718467"/>
                </a:lnTo>
                <a:lnTo>
                  <a:pt x="93862" y="713936"/>
                </a:lnTo>
                <a:lnTo>
                  <a:pt x="139472" y="706500"/>
                </a:lnTo>
                <a:lnTo>
                  <a:pt x="184075" y="696254"/>
                </a:lnTo>
                <a:lnTo>
                  <a:pt x="227575" y="683293"/>
                </a:lnTo>
                <a:lnTo>
                  <a:pt x="269878" y="667712"/>
                </a:lnTo>
                <a:lnTo>
                  <a:pt x="310890" y="649605"/>
                </a:lnTo>
                <a:lnTo>
                  <a:pt x="350514" y="629068"/>
                </a:lnTo>
                <a:lnTo>
                  <a:pt x="388656" y="606195"/>
                </a:lnTo>
                <a:lnTo>
                  <a:pt x="425222" y="581081"/>
                </a:lnTo>
                <a:lnTo>
                  <a:pt x="460116" y="553822"/>
                </a:lnTo>
                <a:lnTo>
                  <a:pt x="493244" y="524511"/>
                </a:lnTo>
                <a:lnTo>
                  <a:pt x="524511" y="493244"/>
                </a:lnTo>
                <a:lnTo>
                  <a:pt x="553822" y="460116"/>
                </a:lnTo>
                <a:lnTo>
                  <a:pt x="581081" y="425222"/>
                </a:lnTo>
                <a:lnTo>
                  <a:pt x="606195" y="388656"/>
                </a:lnTo>
                <a:lnTo>
                  <a:pt x="629068" y="350514"/>
                </a:lnTo>
                <a:lnTo>
                  <a:pt x="649605" y="310890"/>
                </a:lnTo>
                <a:lnTo>
                  <a:pt x="667712" y="269878"/>
                </a:lnTo>
                <a:lnTo>
                  <a:pt x="683293" y="227575"/>
                </a:lnTo>
                <a:lnTo>
                  <a:pt x="696255" y="184075"/>
                </a:lnTo>
                <a:lnTo>
                  <a:pt x="706501" y="139472"/>
                </a:lnTo>
                <a:lnTo>
                  <a:pt x="713937" y="93862"/>
                </a:lnTo>
                <a:lnTo>
                  <a:pt x="718468" y="47339"/>
                </a:lnTo>
                <a:lnTo>
                  <a:pt x="719999" y="0"/>
                </a:lnTo>
                <a:close/>
              </a:path>
            </a:pathLst>
          </a:custGeom>
          <a:solidFill>
            <a:srgbClr val="443DFF">
              <a:alpha val="17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959999" y="7091999"/>
            <a:ext cx="3600450" cy="3600450"/>
          </a:xfrm>
          <a:custGeom>
            <a:avLst/>
            <a:gdLst/>
            <a:ahLst/>
            <a:cxnLst/>
            <a:rect l="l" t="t" r="r" b="b"/>
            <a:pathLst>
              <a:path w="3600450" h="3600450">
                <a:moveTo>
                  <a:pt x="3600000" y="0"/>
                </a:moveTo>
                <a:lnTo>
                  <a:pt x="3551582" y="318"/>
                </a:lnTo>
                <a:lnTo>
                  <a:pt x="3503317" y="1273"/>
                </a:lnTo>
                <a:lnTo>
                  <a:pt x="3455210" y="2858"/>
                </a:lnTo>
                <a:lnTo>
                  <a:pt x="3407264" y="5071"/>
                </a:lnTo>
                <a:lnTo>
                  <a:pt x="3359483" y="7907"/>
                </a:lnTo>
                <a:lnTo>
                  <a:pt x="3311871" y="11362"/>
                </a:lnTo>
                <a:lnTo>
                  <a:pt x="3264432" y="15433"/>
                </a:lnTo>
                <a:lnTo>
                  <a:pt x="3217171" y="20114"/>
                </a:lnTo>
                <a:lnTo>
                  <a:pt x="3170091" y="25404"/>
                </a:lnTo>
                <a:lnTo>
                  <a:pt x="3123196" y="31296"/>
                </a:lnTo>
                <a:lnTo>
                  <a:pt x="3076490" y="37788"/>
                </a:lnTo>
                <a:lnTo>
                  <a:pt x="3029977" y="44876"/>
                </a:lnTo>
                <a:lnTo>
                  <a:pt x="2983661" y="52555"/>
                </a:lnTo>
                <a:lnTo>
                  <a:pt x="2937546" y="60821"/>
                </a:lnTo>
                <a:lnTo>
                  <a:pt x="2891637" y="69670"/>
                </a:lnTo>
                <a:lnTo>
                  <a:pt x="2845936" y="79100"/>
                </a:lnTo>
                <a:lnTo>
                  <a:pt x="2800448" y="89104"/>
                </a:lnTo>
                <a:lnTo>
                  <a:pt x="2755178" y="99680"/>
                </a:lnTo>
                <a:lnTo>
                  <a:pt x="2710128" y="110824"/>
                </a:lnTo>
                <a:lnTo>
                  <a:pt x="2665304" y="122531"/>
                </a:lnTo>
                <a:lnTo>
                  <a:pt x="2620708" y="134798"/>
                </a:lnTo>
                <a:lnTo>
                  <a:pt x="2576345" y="147620"/>
                </a:lnTo>
                <a:lnTo>
                  <a:pt x="2532220" y="160994"/>
                </a:lnTo>
                <a:lnTo>
                  <a:pt x="2488335" y="174916"/>
                </a:lnTo>
                <a:lnTo>
                  <a:pt x="2444695" y="189381"/>
                </a:lnTo>
                <a:lnTo>
                  <a:pt x="2401304" y="204386"/>
                </a:lnTo>
                <a:lnTo>
                  <a:pt x="2358166" y="219926"/>
                </a:lnTo>
                <a:lnTo>
                  <a:pt x="2315284" y="235998"/>
                </a:lnTo>
                <a:lnTo>
                  <a:pt x="2272664" y="252598"/>
                </a:lnTo>
                <a:lnTo>
                  <a:pt x="2230308" y="269721"/>
                </a:lnTo>
                <a:lnTo>
                  <a:pt x="2188221" y="287365"/>
                </a:lnTo>
                <a:lnTo>
                  <a:pt x="2146407" y="305524"/>
                </a:lnTo>
                <a:lnTo>
                  <a:pt x="2104869" y="324194"/>
                </a:lnTo>
                <a:lnTo>
                  <a:pt x="2063612" y="343373"/>
                </a:lnTo>
                <a:lnTo>
                  <a:pt x="2022640" y="363055"/>
                </a:lnTo>
                <a:lnTo>
                  <a:pt x="1981957" y="383237"/>
                </a:lnTo>
                <a:lnTo>
                  <a:pt x="1941567" y="403915"/>
                </a:lnTo>
                <a:lnTo>
                  <a:pt x="1901473" y="425085"/>
                </a:lnTo>
                <a:lnTo>
                  <a:pt x="1861679" y="446742"/>
                </a:lnTo>
                <a:lnTo>
                  <a:pt x="1822191" y="468884"/>
                </a:lnTo>
                <a:lnTo>
                  <a:pt x="1783011" y="491505"/>
                </a:lnTo>
                <a:lnTo>
                  <a:pt x="1744143" y="514602"/>
                </a:lnTo>
                <a:lnTo>
                  <a:pt x="1705592" y="538171"/>
                </a:lnTo>
                <a:lnTo>
                  <a:pt x="1667362" y="562209"/>
                </a:lnTo>
                <a:lnTo>
                  <a:pt x="1629456" y="586710"/>
                </a:lnTo>
                <a:lnTo>
                  <a:pt x="1591879" y="611671"/>
                </a:lnTo>
                <a:lnTo>
                  <a:pt x="1554634" y="637088"/>
                </a:lnTo>
                <a:lnTo>
                  <a:pt x="1517726" y="662957"/>
                </a:lnTo>
                <a:lnTo>
                  <a:pt x="1481159" y="689274"/>
                </a:lnTo>
                <a:lnTo>
                  <a:pt x="1444935" y="716035"/>
                </a:lnTo>
                <a:lnTo>
                  <a:pt x="1409061" y="743236"/>
                </a:lnTo>
                <a:lnTo>
                  <a:pt x="1373538" y="770873"/>
                </a:lnTo>
                <a:lnTo>
                  <a:pt x="1338372" y="798943"/>
                </a:lnTo>
                <a:lnTo>
                  <a:pt x="1303567" y="827440"/>
                </a:lnTo>
                <a:lnTo>
                  <a:pt x="1269126" y="856362"/>
                </a:lnTo>
                <a:lnTo>
                  <a:pt x="1235053" y="885703"/>
                </a:lnTo>
                <a:lnTo>
                  <a:pt x="1201352" y="915461"/>
                </a:lnTo>
                <a:lnTo>
                  <a:pt x="1168028" y="945631"/>
                </a:lnTo>
                <a:lnTo>
                  <a:pt x="1135085" y="976210"/>
                </a:lnTo>
                <a:lnTo>
                  <a:pt x="1102525" y="1007192"/>
                </a:lnTo>
                <a:lnTo>
                  <a:pt x="1070354" y="1038575"/>
                </a:lnTo>
                <a:lnTo>
                  <a:pt x="1038575" y="1070354"/>
                </a:lnTo>
                <a:lnTo>
                  <a:pt x="1007192" y="1102525"/>
                </a:lnTo>
                <a:lnTo>
                  <a:pt x="976210" y="1135085"/>
                </a:lnTo>
                <a:lnTo>
                  <a:pt x="945631" y="1168028"/>
                </a:lnTo>
                <a:lnTo>
                  <a:pt x="915461" y="1201352"/>
                </a:lnTo>
                <a:lnTo>
                  <a:pt x="885703" y="1235053"/>
                </a:lnTo>
                <a:lnTo>
                  <a:pt x="856362" y="1269126"/>
                </a:lnTo>
                <a:lnTo>
                  <a:pt x="827440" y="1303567"/>
                </a:lnTo>
                <a:lnTo>
                  <a:pt x="798943" y="1338372"/>
                </a:lnTo>
                <a:lnTo>
                  <a:pt x="770873" y="1373538"/>
                </a:lnTo>
                <a:lnTo>
                  <a:pt x="743236" y="1409061"/>
                </a:lnTo>
                <a:lnTo>
                  <a:pt x="716035" y="1444935"/>
                </a:lnTo>
                <a:lnTo>
                  <a:pt x="689274" y="1481159"/>
                </a:lnTo>
                <a:lnTo>
                  <a:pt x="662957" y="1517726"/>
                </a:lnTo>
                <a:lnTo>
                  <a:pt x="637088" y="1554634"/>
                </a:lnTo>
                <a:lnTo>
                  <a:pt x="611671" y="1591879"/>
                </a:lnTo>
                <a:lnTo>
                  <a:pt x="586710" y="1629456"/>
                </a:lnTo>
                <a:lnTo>
                  <a:pt x="562209" y="1667362"/>
                </a:lnTo>
                <a:lnTo>
                  <a:pt x="538171" y="1705592"/>
                </a:lnTo>
                <a:lnTo>
                  <a:pt x="514602" y="1744143"/>
                </a:lnTo>
                <a:lnTo>
                  <a:pt x="491505" y="1783011"/>
                </a:lnTo>
                <a:lnTo>
                  <a:pt x="468884" y="1822191"/>
                </a:lnTo>
                <a:lnTo>
                  <a:pt x="446742" y="1861679"/>
                </a:lnTo>
                <a:lnTo>
                  <a:pt x="425085" y="1901473"/>
                </a:lnTo>
                <a:lnTo>
                  <a:pt x="403915" y="1941567"/>
                </a:lnTo>
                <a:lnTo>
                  <a:pt x="383237" y="1981957"/>
                </a:lnTo>
                <a:lnTo>
                  <a:pt x="363055" y="2022640"/>
                </a:lnTo>
                <a:lnTo>
                  <a:pt x="343373" y="2063612"/>
                </a:lnTo>
                <a:lnTo>
                  <a:pt x="324194" y="2104869"/>
                </a:lnTo>
                <a:lnTo>
                  <a:pt x="305524" y="2146407"/>
                </a:lnTo>
                <a:lnTo>
                  <a:pt x="287365" y="2188221"/>
                </a:lnTo>
                <a:lnTo>
                  <a:pt x="269721" y="2230308"/>
                </a:lnTo>
                <a:lnTo>
                  <a:pt x="252598" y="2272664"/>
                </a:lnTo>
                <a:lnTo>
                  <a:pt x="235998" y="2315284"/>
                </a:lnTo>
                <a:lnTo>
                  <a:pt x="219926" y="2358166"/>
                </a:lnTo>
                <a:lnTo>
                  <a:pt x="204386" y="2401304"/>
                </a:lnTo>
                <a:lnTo>
                  <a:pt x="189381" y="2444695"/>
                </a:lnTo>
                <a:lnTo>
                  <a:pt x="174916" y="2488335"/>
                </a:lnTo>
                <a:lnTo>
                  <a:pt x="160994" y="2532220"/>
                </a:lnTo>
                <a:lnTo>
                  <a:pt x="147620" y="2576345"/>
                </a:lnTo>
                <a:lnTo>
                  <a:pt x="134798" y="2620708"/>
                </a:lnTo>
                <a:lnTo>
                  <a:pt x="122531" y="2665304"/>
                </a:lnTo>
                <a:lnTo>
                  <a:pt x="110824" y="2710128"/>
                </a:lnTo>
                <a:lnTo>
                  <a:pt x="99680" y="2755178"/>
                </a:lnTo>
                <a:lnTo>
                  <a:pt x="89104" y="2800448"/>
                </a:lnTo>
                <a:lnTo>
                  <a:pt x="79100" y="2845936"/>
                </a:lnTo>
                <a:lnTo>
                  <a:pt x="69670" y="2891637"/>
                </a:lnTo>
                <a:lnTo>
                  <a:pt x="60821" y="2937546"/>
                </a:lnTo>
                <a:lnTo>
                  <a:pt x="52555" y="2983661"/>
                </a:lnTo>
                <a:lnTo>
                  <a:pt x="44876" y="3029977"/>
                </a:lnTo>
                <a:lnTo>
                  <a:pt x="37788" y="3076490"/>
                </a:lnTo>
                <a:lnTo>
                  <a:pt x="31296" y="3123196"/>
                </a:lnTo>
                <a:lnTo>
                  <a:pt x="25404" y="3170091"/>
                </a:lnTo>
                <a:lnTo>
                  <a:pt x="20114" y="3217171"/>
                </a:lnTo>
                <a:lnTo>
                  <a:pt x="15433" y="3264432"/>
                </a:lnTo>
                <a:lnTo>
                  <a:pt x="11362" y="3311871"/>
                </a:lnTo>
                <a:lnTo>
                  <a:pt x="7907" y="3359483"/>
                </a:lnTo>
                <a:lnTo>
                  <a:pt x="5071" y="3407264"/>
                </a:lnTo>
                <a:lnTo>
                  <a:pt x="2858" y="3455210"/>
                </a:lnTo>
                <a:lnTo>
                  <a:pt x="1273" y="3503317"/>
                </a:lnTo>
                <a:lnTo>
                  <a:pt x="318" y="3551582"/>
                </a:lnTo>
                <a:lnTo>
                  <a:pt x="0" y="3600000"/>
                </a:lnTo>
                <a:lnTo>
                  <a:pt x="3600000" y="3600000"/>
                </a:lnTo>
                <a:lnTo>
                  <a:pt x="3600000" y="0"/>
                </a:lnTo>
                <a:close/>
              </a:path>
            </a:pathLst>
          </a:custGeom>
          <a:solidFill>
            <a:srgbClr val="FF6684">
              <a:alpha val="107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559999" y="7691999"/>
            <a:ext cx="3000375" cy="3000375"/>
          </a:xfrm>
          <a:custGeom>
            <a:avLst/>
            <a:gdLst/>
            <a:ahLst/>
            <a:cxnLst/>
            <a:rect l="l" t="t" r="r" b="b"/>
            <a:pathLst>
              <a:path w="3000375" h="3000375">
                <a:moveTo>
                  <a:pt x="3000000" y="0"/>
                </a:moveTo>
                <a:lnTo>
                  <a:pt x="2951832" y="378"/>
                </a:lnTo>
                <a:lnTo>
                  <a:pt x="2903846" y="1511"/>
                </a:lnTo>
                <a:lnTo>
                  <a:pt x="2856050" y="3392"/>
                </a:lnTo>
                <a:lnTo>
                  <a:pt x="2808448" y="6016"/>
                </a:lnTo>
                <a:lnTo>
                  <a:pt x="2761046" y="9377"/>
                </a:lnTo>
                <a:lnTo>
                  <a:pt x="2713849" y="13469"/>
                </a:lnTo>
                <a:lnTo>
                  <a:pt x="2666864" y="18287"/>
                </a:lnTo>
                <a:lnTo>
                  <a:pt x="2620096" y="23825"/>
                </a:lnTo>
                <a:lnTo>
                  <a:pt x="2573551" y="30078"/>
                </a:lnTo>
                <a:lnTo>
                  <a:pt x="2527234" y="37039"/>
                </a:lnTo>
                <a:lnTo>
                  <a:pt x="2481151" y="44703"/>
                </a:lnTo>
                <a:lnTo>
                  <a:pt x="2435307" y="53065"/>
                </a:lnTo>
                <a:lnTo>
                  <a:pt x="2389709" y="62118"/>
                </a:lnTo>
                <a:lnTo>
                  <a:pt x="2344361" y="71858"/>
                </a:lnTo>
                <a:lnTo>
                  <a:pt x="2299271" y="82278"/>
                </a:lnTo>
                <a:lnTo>
                  <a:pt x="2254442" y="93373"/>
                </a:lnTo>
                <a:lnTo>
                  <a:pt x="2209881" y="105137"/>
                </a:lnTo>
                <a:lnTo>
                  <a:pt x="2165594" y="117565"/>
                </a:lnTo>
                <a:lnTo>
                  <a:pt x="2121586" y="130650"/>
                </a:lnTo>
                <a:lnTo>
                  <a:pt x="2077863" y="144388"/>
                </a:lnTo>
                <a:lnTo>
                  <a:pt x="2034430" y="158772"/>
                </a:lnTo>
                <a:lnTo>
                  <a:pt x="1991293" y="173798"/>
                </a:lnTo>
                <a:lnTo>
                  <a:pt x="1948458" y="189458"/>
                </a:lnTo>
                <a:lnTo>
                  <a:pt x="1905931" y="205749"/>
                </a:lnTo>
                <a:lnTo>
                  <a:pt x="1863716" y="222663"/>
                </a:lnTo>
                <a:lnTo>
                  <a:pt x="1821820" y="240195"/>
                </a:lnTo>
                <a:lnTo>
                  <a:pt x="1780249" y="258340"/>
                </a:lnTo>
                <a:lnTo>
                  <a:pt x="1739008" y="277092"/>
                </a:lnTo>
                <a:lnTo>
                  <a:pt x="1698102" y="296446"/>
                </a:lnTo>
                <a:lnTo>
                  <a:pt x="1657538" y="316395"/>
                </a:lnTo>
                <a:lnTo>
                  <a:pt x="1617321" y="336934"/>
                </a:lnTo>
                <a:lnTo>
                  <a:pt x="1577456" y="358058"/>
                </a:lnTo>
                <a:lnTo>
                  <a:pt x="1537950" y="379760"/>
                </a:lnTo>
                <a:lnTo>
                  <a:pt x="1498808" y="402036"/>
                </a:lnTo>
                <a:lnTo>
                  <a:pt x="1460035" y="424879"/>
                </a:lnTo>
                <a:lnTo>
                  <a:pt x="1421638" y="448284"/>
                </a:lnTo>
                <a:lnTo>
                  <a:pt x="1383621" y="472244"/>
                </a:lnTo>
                <a:lnTo>
                  <a:pt x="1345991" y="496756"/>
                </a:lnTo>
                <a:lnTo>
                  <a:pt x="1308753" y="521812"/>
                </a:lnTo>
                <a:lnTo>
                  <a:pt x="1271913" y="547407"/>
                </a:lnTo>
                <a:lnTo>
                  <a:pt x="1235477" y="573536"/>
                </a:lnTo>
                <a:lnTo>
                  <a:pt x="1199450" y="600193"/>
                </a:lnTo>
                <a:lnTo>
                  <a:pt x="1163837" y="627372"/>
                </a:lnTo>
                <a:lnTo>
                  <a:pt x="1128645" y="655067"/>
                </a:lnTo>
                <a:lnTo>
                  <a:pt x="1093880" y="683274"/>
                </a:lnTo>
                <a:lnTo>
                  <a:pt x="1059546" y="711986"/>
                </a:lnTo>
                <a:lnTo>
                  <a:pt x="1025649" y="741197"/>
                </a:lnTo>
                <a:lnTo>
                  <a:pt x="992195" y="770902"/>
                </a:lnTo>
                <a:lnTo>
                  <a:pt x="959191" y="801096"/>
                </a:lnTo>
                <a:lnTo>
                  <a:pt x="926640" y="831772"/>
                </a:lnTo>
                <a:lnTo>
                  <a:pt x="894550" y="862925"/>
                </a:lnTo>
                <a:lnTo>
                  <a:pt x="862925" y="894550"/>
                </a:lnTo>
                <a:lnTo>
                  <a:pt x="831772" y="926640"/>
                </a:lnTo>
                <a:lnTo>
                  <a:pt x="801096" y="959191"/>
                </a:lnTo>
                <a:lnTo>
                  <a:pt x="770902" y="992195"/>
                </a:lnTo>
                <a:lnTo>
                  <a:pt x="741197" y="1025649"/>
                </a:lnTo>
                <a:lnTo>
                  <a:pt x="711986" y="1059546"/>
                </a:lnTo>
                <a:lnTo>
                  <a:pt x="683274" y="1093880"/>
                </a:lnTo>
                <a:lnTo>
                  <a:pt x="655067" y="1128645"/>
                </a:lnTo>
                <a:lnTo>
                  <a:pt x="627372" y="1163837"/>
                </a:lnTo>
                <a:lnTo>
                  <a:pt x="600193" y="1199450"/>
                </a:lnTo>
                <a:lnTo>
                  <a:pt x="573536" y="1235477"/>
                </a:lnTo>
                <a:lnTo>
                  <a:pt x="547407" y="1271913"/>
                </a:lnTo>
                <a:lnTo>
                  <a:pt x="521812" y="1308753"/>
                </a:lnTo>
                <a:lnTo>
                  <a:pt x="496756" y="1345991"/>
                </a:lnTo>
                <a:lnTo>
                  <a:pt x="472244" y="1383621"/>
                </a:lnTo>
                <a:lnTo>
                  <a:pt x="448284" y="1421638"/>
                </a:lnTo>
                <a:lnTo>
                  <a:pt x="424879" y="1460035"/>
                </a:lnTo>
                <a:lnTo>
                  <a:pt x="402036" y="1498808"/>
                </a:lnTo>
                <a:lnTo>
                  <a:pt x="379760" y="1537950"/>
                </a:lnTo>
                <a:lnTo>
                  <a:pt x="358058" y="1577456"/>
                </a:lnTo>
                <a:lnTo>
                  <a:pt x="336934" y="1617321"/>
                </a:lnTo>
                <a:lnTo>
                  <a:pt x="316395" y="1657538"/>
                </a:lnTo>
                <a:lnTo>
                  <a:pt x="296446" y="1698102"/>
                </a:lnTo>
                <a:lnTo>
                  <a:pt x="277092" y="1739008"/>
                </a:lnTo>
                <a:lnTo>
                  <a:pt x="258340" y="1780249"/>
                </a:lnTo>
                <a:lnTo>
                  <a:pt x="240195" y="1821820"/>
                </a:lnTo>
                <a:lnTo>
                  <a:pt x="222663" y="1863716"/>
                </a:lnTo>
                <a:lnTo>
                  <a:pt x="205749" y="1905931"/>
                </a:lnTo>
                <a:lnTo>
                  <a:pt x="189458" y="1948458"/>
                </a:lnTo>
                <a:lnTo>
                  <a:pt x="173798" y="1991293"/>
                </a:lnTo>
                <a:lnTo>
                  <a:pt x="158772" y="2034430"/>
                </a:lnTo>
                <a:lnTo>
                  <a:pt x="144388" y="2077863"/>
                </a:lnTo>
                <a:lnTo>
                  <a:pt x="130650" y="2121586"/>
                </a:lnTo>
                <a:lnTo>
                  <a:pt x="117565" y="2165594"/>
                </a:lnTo>
                <a:lnTo>
                  <a:pt x="105137" y="2209881"/>
                </a:lnTo>
                <a:lnTo>
                  <a:pt x="93373" y="2254442"/>
                </a:lnTo>
                <a:lnTo>
                  <a:pt x="82278" y="2299271"/>
                </a:lnTo>
                <a:lnTo>
                  <a:pt x="71858" y="2344361"/>
                </a:lnTo>
                <a:lnTo>
                  <a:pt x="62118" y="2389709"/>
                </a:lnTo>
                <a:lnTo>
                  <a:pt x="53065" y="2435307"/>
                </a:lnTo>
                <a:lnTo>
                  <a:pt x="44703" y="2481151"/>
                </a:lnTo>
                <a:lnTo>
                  <a:pt x="37039" y="2527234"/>
                </a:lnTo>
                <a:lnTo>
                  <a:pt x="30078" y="2573551"/>
                </a:lnTo>
                <a:lnTo>
                  <a:pt x="23825" y="2620096"/>
                </a:lnTo>
                <a:lnTo>
                  <a:pt x="18287" y="2666864"/>
                </a:lnTo>
                <a:lnTo>
                  <a:pt x="13469" y="2713849"/>
                </a:lnTo>
                <a:lnTo>
                  <a:pt x="9377" y="2761046"/>
                </a:lnTo>
                <a:lnTo>
                  <a:pt x="6016" y="2808448"/>
                </a:lnTo>
                <a:lnTo>
                  <a:pt x="3392" y="2856050"/>
                </a:lnTo>
                <a:lnTo>
                  <a:pt x="1511" y="2903846"/>
                </a:lnTo>
                <a:lnTo>
                  <a:pt x="378" y="2951832"/>
                </a:lnTo>
                <a:lnTo>
                  <a:pt x="0" y="3000000"/>
                </a:lnTo>
                <a:lnTo>
                  <a:pt x="3000000" y="3000000"/>
                </a:lnTo>
                <a:lnTo>
                  <a:pt x="3000000" y="0"/>
                </a:lnTo>
                <a:close/>
              </a:path>
            </a:pathLst>
          </a:custGeom>
          <a:solidFill>
            <a:srgbClr val="FF6684">
              <a:alpha val="8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5159999" y="8291999"/>
            <a:ext cx="2400300" cy="2400300"/>
          </a:xfrm>
          <a:custGeom>
            <a:avLst/>
            <a:gdLst/>
            <a:ahLst/>
            <a:cxnLst/>
            <a:rect l="l" t="t" r="r" b="b"/>
            <a:pathLst>
              <a:path w="2400300" h="2400300">
                <a:moveTo>
                  <a:pt x="2399999" y="0"/>
                </a:moveTo>
                <a:lnTo>
                  <a:pt x="2351620" y="477"/>
                </a:lnTo>
                <a:lnTo>
                  <a:pt x="2303473" y="1905"/>
                </a:lnTo>
                <a:lnTo>
                  <a:pt x="2255568" y="4274"/>
                </a:lnTo>
                <a:lnTo>
                  <a:pt x="2207914" y="7574"/>
                </a:lnTo>
                <a:lnTo>
                  <a:pt x="2160519" y="11798"/>
                </a:lnTo>
                <a:lnTo>
                  <a:pt x="2113394" y="16936"/>
                </a:lnTo>
                <a:lnTo>
                  <a:pt x="2066546" y="22978"/>
                </a:lnTo>
                <a:lnTo>
                  <a:pt x="2019984" y="29917"/>
                </a:lnTo>
                <a:lnTo>
                  <a:pt x="1973719" y="37743"/>
                </a:lnTo>
                <a:lnTo>
                  <a:pt x="1927758" y="46447"/>
                </a:lnTo>
                <a:lnTo>
                  <a:pt x="1882110" y="56020"/>
                </a:lnTo>
                <a:lnTo>
                  <a:pt x="1836785" y="66453"/>
                </a:lnTo>
                <a:lnTo>
                  <a:pt x="1791792" y="77738"/>
                </a:lnTo>
                <a:lnTo>
                  <a:pt x="1747139" y="89865"/>
                </a:lnTo>
                <a:lnTo>
                  <a:pt x="1702835" y="102826"/>
                </a:lnTo>
                <a:lnTo>
                  <a:pt x="1658890" y="116610"/>
                </a:lnTo>
                <a:lnTo>
                  <a:pt x="1615312" y="131211"/>
                </a:lnTo>
                <a:lnTo>
                  <a:pt x="1572110" y="146617"/>
                </a:lnTo>
                <a:lnTo>
                  <a:pt x="1529294" y="162821"/>
                </a:lnTo>
                <a:lnTo>
                  <a:pt x="1486872" y="179814"/>
                </a:lnTo>
                <a:lnTo>
                  <a:pt x="1444853" y="197586"/>
                </a:lnTo>
                <a:lnTo>
                  <a:pt x="1403246" y="216129"/>
                </a:lnTo>
                <a:lnTo>
                  <a:pt x="1362060" y="235434"/>
                </a:lnTo>
                <a:lnTo>
                  <a:pt x="1321305" y="255491"/>
                </a:lnTo>
                <a:lnTo>
                  <a:pt x="1280988" y="276292"/>
                </a:lnTo>
                <a:lnTo>
                  <a:pt x="1241119" y="297828"/>
                </a:lnTo>
                <a:lnTo>
                  <a:pt x="1201708" y="320090"/>
                </a:lnTo>
                <a:lnTo>
                  <a:pt x="1162762" y="343068"/>
                </a:lnTo>
                <a:lnTo>
                  <a:pt x="1124291" y="366754"/>
                </a:lnTo>
                <a:lnTo>
                  <a:pt x="1086304" y="391140"/>
                </a:lnTo>
                <a:lnTo>
                  <a:pt x="1048810" y="416215"/>
                </a:lnTo>
                <a:lnTo>
                  <a:pt x="1011817" y="441971"/>
                </a:lnTo>
                <a:lnTo>
                  <a:pt x="975336" y="468399"/>
                </a:lnTo>
                <a:lnTo>
                  <a:pt x="939374" y="495491"/>
                </a:lnTo>
                <a:lnTo>
                  <a:pt x="903940" y="523236"/>
                </a:lnTo>
                <a:lnTo>
                  <a:pt x="869044" y="551627"/>
                </a:lnTo>
                <a:lnTo>
                  <a:pt x="834695" y="580653"/>
                </a:lnTo>
                <a:lnTo>
                  <a:pt x="800901" y="610307"/>
                </a:lnTo>
                <a:lnTo>
                  <a:pt x="767672" y="640580"/>
                </a:lnTo>
                <a:lnTo>
                  <a:pt x="735017" y="671461"/>
                </a:lnTo>
                <a:lnTo>
                  <a:pt x="702943" y="702943"/>
                </a:lnTo>
                <a:lnTo>
                  <a:pt x="671461" y="735017"/>
                </a:lnTo>
                <a:lnTo>
                  <a:pt x="640580" y="767672"/>
                </a:lnTo>
                <a:lnTo>
                  <a:pt x="610307" y="800901"/>
                </a:lnTo>
                <a:lnTo>
                  <a:pt x="580653" y="834695"/>
                </a:lnTo>
                <a:lnTo>
                  <a:pt x="551627" y="869044"/>
                </a:lnTo>
                <a:lnTo>
                  <a:pt x="523236" y="903940"/>
                </a:lnTo>
                <a:lnTo>
                  <a:pt x="495491" y="939374"/>
                </a:lnTo>
                <a:lnTo>
                  <a:pt x="468399" y="975336"/>
                </a:lnTo>
                <a:lnTo>
                  <a:pt x="441971" y="1011817"/>
                </a:lnTo>
                <a:lnTo>
                  <a:pt x="416215" y="1048810"/>
                </a:lnTo>
                <a:lnTo>
                  <a:pt x="391140" y="1086304"/>
                </a:lnTo>
                <a:lnTo>
                  <a:pt x="366754" y="1124291"/>
                </a:lnTo>
                <a:lnTo>
                  <a:pt x="343068" y="1162762"/>
                </a:lnTo>
                <a:lnTo>
                  <a:pt x="320090" y="1201708"/>
                </a:lnTo>
                <a:lnTo>
                  <a:pt x="297828" y="1241119"/>
                </a:lnTo>
                <a:lnTo>
                  <a:pt x="276292" y="1280988"/>
                </a:lnTo>
                <a:lnTo>
                  <a:pt x="255491" y="1321305"/>
                </a:lnTo>
                <a:lnTo>
                  <a:pt x="235434" y="1362060"/>
                </a:lnTo>
                <a:lnTo>
                  <a:pt x="216129" y="1403246"/>
                </a:lnTo>
                <a:lnTo>
                  <a:pt x="197586" y="1444853"/>
                </a:lnTo>
                <a:lnTo>
                  <a:pt x="179814" y="1486872"/>
                </a:lnTo>
                <a:lnTo>
                  <a:pt x="162821" y="1529294"/>
                </a:lnTo>
                <a:lnTo>
                  <a:pt x="146617" y="1572110"/>
                </a:lnTo>
                <a:lnTo>
                  <a:pt x="131211" y="1615312"/>
                </a:lnTo>
                <a:lnTo>
                  <a:pt x="116610" y="1658890"/>
                </a:lnTo>
                <a:lnTo>
                  <a:pt x="102826" y="1702835"/>
                </a:lnTo>
                <a:lnTo>
                  <a:pt x="89865" y="1747139"/>
                </a:lnTo>
                <a:lnTo>
                  <a:pt x="77738" y="1791792"/>
                </a:lnTo>
                <a:lnTo>
                  <a:pt x="66453" y="1836785"/>
                </a:lnTo>
                <a:lnTo>
                  <a:pt x="56020" y="1882110"/>
                </a:lnTo>
                <a:lnTo>
                  <a:pt x="46447" y="1927758"/>
                </a:lnTo>
                <a:lnTo>
                  <a:pt x="37743" y="1973719"/>
                </a:lnTo>
                <a:lnTo>
                  <a:pt x="29917" y="2019984"/>
                </a:lnTo>
                <a:lnTo>
                  <a:pt x="22978" y="2066546"/>
                </a:lnTo>
                <a:lnTo>
                  <a:pt x="16936" y="2113394"/>
                </a:lnTo>
                <a:lnTo>
                  <a:pt x="11798" y="2160519"/>
                </a:lnTo>
                <a:lnTo>
                  <a:pt x="7574" y="2207914"/>
                </a:lnTo>
                <a:lnTo>
                  <a:pt x="4274" y="2255568"/>
                </a:lnTo>
                <a:lnTo>
                  <a:pt x="1905" y="2303473"/>
                </a:lnTo>
                <a:lnTo>
                  <a:pt x="477" y="2351620"/>
                </a:lnTo>
                <a:lnTo>
                  <a:pt x="0" y="2400000"/>
                </a:lnTo>
                <a:lnTo>
                  <a:pt x="2399999" y="2400000"/>
                </a:lnTo>
                <a:lnTo>
                  <a:pt x="2399999" y="0"/>
                </a:lnTo>
                <a:close/>
              </a:path>
            </a:pathLst>
          </a:custGeom>
          <a:solidFill>
            <a:srgbClr val="FF6684">
              <a:alpha val="7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5759999" y="8891999"/>
            <a:ext cx="1800225" cy="1800225"/>
          </a:xfrm>
          <a:custGeom>
            <a:avLst/>
            <a:gdLst/>
            <a:ahLst/>
            <a:cxnLst/>
            <a:rect l="l" t="t" r="r" b="b"/>
            <a:pathLst>
              <a:path w="1800225" h="1800225">
                <a:moveTo>
                  <a:pt x="1799999" y="0"/>
                </a:moveTo>
                <a:lnTo>
                  <a:pt x="1752047" y="626"/>
                </a:lnTo>
                <a:lnTo>
                  <a:pt x="1704404" y="2495"/>
                </a:lnTo>
                <a:lnTo>
                  <a:pt x="1657085" y="5590"/>
                </a:lnTo>
                <a:lnTo>
                  <a:pt x="1610107" y="9897"/>
                </a:lnTo>
                <a:lnTo>
                  <a:pt x="1563485" y="15399"/>
                </a:lnTo>
                <a:lnTo>
                  <a:pt x="1517234" y="22082"/>
                </a:lnTo>
                <a:lnTo>
                  <a:pt x="1471371" y="29929"/>
                </a:lnTo>
                <a:lnTo>
                  <a:pt x="1425910" y="38925"/>
                </a:lnTo>
                <a:lnTo>
                  <a:pt x="1380868" y="49055"/>
                </a:lnTo>
                <a:lnTo>
                  <a:pt x="1336259" y="60302"/>
                </a:lnTo>
                <a:lnTo>
                  <a:pt x="1292099" y="72652"/>
                </a:lnTo>
                <a:lnTo>
                  <a:pt x="1248405" y="86089"/>
                </a:lnTo>
                <a:lnTo>
                  <a:pt x="1205190" y="100597"/>
                </a:lnTo>
                <a:lnTo>
                  <a:pt x="1162472" y="116161"/>
                </a:lnTo>
                <a:lnTo>
                  <a:pt x="1120265" y="132765"/>
                </a:lnTo>
                <a:lnTo>
                  <a:pt x="1078585" y="150394"/>
                </a:lnTo>
                <a:lnTo>
                  <a:pt x="1037448" y="169032"/>
                </a:lnTo>
                <a:lnTo>
                  <a:pt x="996869" y="188663"/>
                </a:lnTo>
                <a:lnTo>
                  <a:pt x="956864" y="209272"/>
                </a:lnTo>
                <a:lnTo>
                  <a:pt x="917447" y="230844"/>
                </a:lnTo>
                <a:lnTo>
                  <a:pt x="878636" y="253363"/>
                </a:lnTo>
                <a:lnTo>
                  <a:pt x="840445" y="276813"/>
                </a:lnTo>
                <a:lnTo>
                  <a:pt x="802890" y="301179"/>
                </a:lnTo>
                <a:lnTo>
                  <a:pt x="765986" y="326445"/>
                </a:lnTo>
                <a:lnTo>
                  <a:pt x="729750" y="352595"/>
                </a:lnTo>
                <a:lnTo>
                  <a:pt x="694196" y="379615"/>
                </a:lnTo>
                <a:lnTo>
                  <a:pt x="659340" y="407489"/>
                </a:lnTo>
                <a:lnTo>
                  <a:pt x="625197" y="436200"/>
                </a:lnTo>
                <a:lnTo>
                  <a:pt x="591784" y="465734"/>
                </a:lnTo>
                <a:lnTo>
                  <a:pt x="559115" y="496075"/>
                </a:lnTo>
                <a:lnTo>
                  <a:pt x="527207" y="527207"/>
                </a:lnTo>
                <a:lnTo>
                  <a:pt x="496075" y="559116"/>
                </a:lnTo>
                <a:lnTo>
                  <a:pt x="465734" y="591784"/>
                </a:lnTo>
                <a:lnTo>
                  <a:pt x="436200" y="625197"/>
                </a:lnTo>
                <a:lnTo>
                  <a:pt x="407489" y="659340"/>
                </a:lnTo>
                <a:lnTo>
                  <a:pt x="379615" y="694196"/>
                </a:lnTo>
                <a:lnTo>
                  <a:pt x="352595" y="729750"/>
                </a:lnTo>
                <a:lnTo>
                  <a:pt x="326445" y="765986"/>
                </a:lnTo>
                <a:lnTo>
                  <a:pt x="301179" y="802890"/>
                </a:lnTo>
                <a:lnTo>
                  <a:pt x="276813" y="840445"/>
                </a:lnTo>
                <a:lnTo>
                  <a:pt x="253363" y="878636"/>
                </a:lnTo>
                <a:lnTo>
                  <a:pt x="230844" y="917448"/>
                </a:lnTo>
                <a:lnTo>
                  <a:pt x="209272" y="956864"/>
                </a:lnTo>
                <a:lnTo>
                  <a:pt x="188663" y="996869"/>
                </a:lnTo>
                <a:lnTo>
                  <a:pt x="169032" y="1037448"/>
                </a:lnTo>
                <a:lnTo>
                  <a:pt x="150394" y="1078585"/>
                </a:lnTo>
                <a:lnTo>
                  <a:pt x="132765" y="1120265"/>
                </a:lnTo>
                <a:lnTo>
                  <a:pt x="116161" y="1162472"/>
                </a:lnTo>
                <a:lnTo>
                  <a:pt x="100597" y="1205190"/>
                </a:lnTo>
                <a:lnTo>
                  <a:pt x="86089" y="1248405"/>
                </a:lnTo>
                <a:lnTo>
                  <a:pt x="72652" y="1292099"/>
                </a:lnTo>
                <a:lnTo>
                  <a:pt x="60302" y="1336259"/>
                </a:lnTo>
                <a:lnTo>
                  <a:pt x="49055" y="1380868"/>
                </a:lnTo>
                <a:lnTo>
                  <a:pt x="38925" y="1425910"/>
                </a:lnTo>
                <a:lnTo>
                  <a:pt x="29929" y="1471371"/>
                </a:lnTo>
                <a:lnTo>
                  <a:pt x="22082" y="1517234"/>
                </a:lnTo>
                <a:lnTo>
                  <a:pt x="15399" y="1563485"/>
                </a:lnTo>
                <a:lnTo>
                  <a:pt x="9897" y="1610107"/>
                </a:lnTo>
                <a:lnTo>
                  <a:pt x="5590" y="1657085"/>
                </a:lnTo>
                <a:lnTo>
                  <a:pt x="2495" y="1704404"/>
                </a:lnTo>
                <a:lnTo>
                  <a:pt x="626" y="1752047"/>
                </a:lnTo>
                <a:lnTo>
                  <a:pt x="0" y="1800000"/>
                </a:lnTo>
                <a:lnTo>
                  <a:pt x="1799999" y="1800000"/>
                </a:lnTo>
                <a:lnTo>
                  <a:pt x="1799999" y="0"/>
                </a:lnTo>
                <a:close/>
              </a:path>
            </a:pathLst>
          </a:custGeom>
          <a:solidFill>
            <a:srgbClr val="FF6684">
              <a:alpha val="53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6360000" y="9492000"/>
            <a:ext cx="1200150" cy="1200150"/>
          </a:xfrm>
          <a:custGeom>
            <a:avLst/>
            <a:gdLst/>
            <a:ahLst/>
            <a:cxnLst/>
            <a:rect l="l" t="t" r="r" b="b"/>
            <a:pathLst>
              <a:path w="1200150" h="1200150">
                <a:moveTo>
                  <a:pt x="1199999" y="0"/>
                </a:moveTo>
                <a:lnTo>
                  <a:pt x="1151736" y="952"/>
                </a:lnTo>
                <a:lnTo>
                  <a:pt x="1103957" y="3787"/>
                </a:lnTo>
                <a:lnTo>
                  <a:pt x="1056697" y="8468"/>
                </a:lnTo>
                <a:lnTo>
                  <a:pt x="1009992" y="14958"/>
                </a:lnTo>
                <a:lnTo>
                  <a:pt x="963879" y="23223"/>
                </a:lnTo>
                <a:lnTo>
                  <a:pt x="918392" y="33226"/>
                </a:lnTo>
                <a:lnTo>
                  <a:pt x="873569" y="44932"/>
                </a:lnTo>
                <a:lnTo>
                  <a:pt x="829445" y="58305"/>
                </a:lnTo>
                <a:lnTo>
                  <a:pt x="786055" y="73308"/>
                </a:lnTo>
                <a:lnTo>
                  <a:pt x="743436" y="89907"/>
                </a:lnTo>
                <a:lnTo>
                  <a:pt x="701623" y="108064"/>
                </a:lnTo>
                <a:lnTo>
                  <a:pt x="660652" y="127745"/>
                </a:lnTo>
                <a:lnTo>
                  <a:pt x="620559" y="148914"/>
                </a:lnTo>
                <a:lnTo>
                  <a:pt x="581381" y="171534"/>
                </a:lnTo>
                <a:lnTo>
                  <a:pt x="543152" y="195570"/>
                </a:lnTo>
                <a:lnTo>
                  <a:pt x="505908" y="220985"/>
                </a:lnTo>
                <a:lnTo>
                  <a:pt x="469687" y="247745"/>
                </a:lnTo>
                <a:lnTo>
                  <a:pt x="434522" y="275813"/>
                </a:lnTo>
                <a:lnTo>
                  <a:pt x="400450" y="305153"/>
                </a:lnTo>
                <a:lnTo>
                  <a:pt x="367508" y="335730"/>
                </a:lnTo>
                <a:lnTo>
                  <a:pt x="335730" y="367508"/>
                </a:lnTo>
                <a:lnTo>
                  <a:pt x="305153" y="400450"/>
                </a:lnTo>
                <a:lnTo>
                  <a:pt x="275813" y="434522"/>
                </a:lnTo>
                <a:lnTo>
                  <a:pt x="247745" y="469687"/>
                </a:lnTo>
                <a:lnTo>
                  <a:pt x="220985" y="505908"/>
                </a:lnTo>
                <a:lnTo>
                  <a:pt x="195570" y="543152"/>
                </a:lnTo>
                <a:lnTo>
                  <a:pt x="171534" y="581381"/>
                </a:lnTo>
                <a:lnTo>
                  <a:pt x="148914" y="620559"/>
                </a:lnTo>
                <a:lnTo>
                  <a:pt x="127745" y="660652"/>
                </a:lnTo>
                <a:lnTo>
                  <a:pt x="108064" y="701623"/>
                </a:lnTo>
                <a:lnTo>
                  <a:pt x="89907" y="743436"/>
                </a:lnTo>
                <a:lnTo>
                  <a:pt x="73308" y="786055"/>
                </a:lnTo>
                <a:lnTo>
                  <a:pt x="58305" y="829445"/>
                </a:lnTo>
                <a:lnTo>
                  <a:pt x="44932" y="873569"/>
                </a:lnTo>
                <a:lnTo>
                  <a:pt x="33226" y="918392"/>
                </a:lnTo>
                <a:lnTo>
                  <a:pt x="23223" y="963878"/>
                </a:lnTo>
                <a:lnTo>
                  <a:pt x="14958" y="1009992"/>
                </a:lnTo>
                <a:lnTo>
                  <a:pt x="8468" y="1056696"/>
                </a:lnTo>
                <a:lnTo>
                  <a:pt x="3787" y="1103956"/>
                </a:lnTo>
                <a:lnTo>
                  <a:pt x="952" y="1151736"/>
                </a:lnTo>
                <a:lnTo>
                  <a:pt x="0" y="1200000"/>
                </a:lnTo>
                <a:lnTo>
                  <a:pt x="1199999" y="1200000"/>
                </a:lnTo>
                <a:lnTo>
                  <a:pt x="1199999" y="0"/>
                </a:lnTo>
                <a:close/>
              </a:path>
            </a:pathLst>
          </a:custGeom>
          <a:solidFill>
            <a:srgbClr val="FF6684">
              <a:alpha val="35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6960000" y="10091999"/>
            <a:ext cx="600075" cy="600075"/>
          </a:xfrm>
          <a:custGeom>
            <a:avLst/>
            <a:gdLst/>
            <a:ahLst/>
            <a:cxnLst/>
            <a:rect l="l" t="t" r="r" b="b"/>
            <a:pathLst>
              <a:path w="600075" h="600075">
                <a:moveTo>
                  <a:pt x="599999" y="0"/>
                </a:moveTo>
                <a:lnTo>
                  <a:pt x="553110" y="1805"/>
                </a:lnTo>
                <a:lnTo>
                  <a:pt x="507207" y="7131"/>
                </a:lnTo>
                <a:lnTo>
                  <a:pt x="462425" y="15846"/>
                </a:lnTo>
                <a:lnTo>
                  <a:pt x="418897" y="27815"/>
                </a:lnTo>
                <a:lnTo>
                  <a:pt x="376755" y="42906"/>
                </a:lnTo>
                <a:lnTo>
                  <a:pt x="336135" y="60984"/>
                </a:lnTo>
                <a:lnTo>
                  <a:pt x="297168" y="81917"/>
                </a:lnTo>
                <a:lnTo>
                  <a:pt x="259989" y="105571"/>
                </a:lnTo>
                <a:lnTo>
                  <a:pt x="224730" y="131813"/>
                </a:lnTo>
                <a:lnTo>
                  <a:pt x="191526" y="160509"/>
                </a:lnTo>
                <a:lnTo>
                  <a:pt x="160509" y="191526"/>
                </a:lnTo>
                <a:lnTo>
                  <a:pt x="131813" y="224730"/>
                </a:lnTo>
                <a:lnTo>
                  <a:pt x="105571" y="259989"/>
                </a:lnTo>
                <a:lnTo>
                  <a:pt x="81917" y="297168"/>
                </a:lnTo>
                <a:lnTo>
                  <a:pt x="60984" y="336135"/>
                </a:lnTo>
                <a:lnTo>
                  <a:pt x="42906" y="376755"/>
                </a:lnTo>
                <a:lnTo>
                  <a:pt x="27815" y="418897"/>
                </a:lnTo>
                <a:lnTo>
                  <a:pt x="15846" y="462425"/>
                </a:lnTo>
                <a:lnTo>
                  <a:pt x="7131" y="507207"/>
                </a:lnTo>
                <a:lnTo>
                  <a:pt x="1805" y="553110"/>
                </a:lnTo>
                <a:lnTo>
                  <a:pt x="0" y="599999"/>
                </a:lnTo>
                <a:lnTo>
                  <a:pt x="599999" y="599999"/>
                </a:lnTo>
                <a:lnTo>
                  <a:pt x="599999" y="0"/>
                </a:lnTo>
                <a:close/>
              </a:path>
            </a:pathLst>
          </a:custGeom>
          <a:solidFill>
            <a:srgbClr val="FF6684">
              <a:alpha val="17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900000" y="2466000"/>
            <a:ext cx="5760085" cy="5760085"/>
          </a:xfrm>
          <a:custGeom>
            <a:avLst/>
            <a:gdLst/>
            <a:ahLst/>
            <a:cxnLst/>
            <a:rect l="l" t="t" r="r" b="b"/>
            <a:pathLst>
              <a:path w="5760084" h="5760084">
                <a:moveTo>
                  <a:pt x="2880000" y="0"/>
                </a:moveTo>
                <a:lnTo>
                  <a:pt x="2831893" y="393"/>
                </a:lnTo>
                <a:lnTo>
                  <a:pt x="2783978" y="1570"/>
                </a:lnTo>
                <a:lnTo>
                  <a:pt x="2736259" y="3524"/>
                </a:lnTo>
                <a:lnTo>
                  <a:pt x="2688742" y="6249"/>
                </a:lnTo>
                <a:lnTo>
                  <a:pt x="2641435" y="9739"/>
                </a:lnTo>
                <a:lnTo>
                  <a:pt x="2594342" y="13988"/>
                </a:lnTo>
                <a:lnTo>
                  <a:pt x="2547470" y="18989"/>
                </a:lnTo>
                <a:lnTo>
                  <a:pt x="2500826" y="24738"/>
                </a:lnTo>
                <a:lnTo>
                  <a:pt x="2454414" y="31226"/>
                </a:lnTo>
                <a:lnTo>
                  <a:pt x="2408242" y="38449"/>
                </a:lnTo>
                <a:lnTo>
                  <a:pt x="2362316" y="46400"/>
                </a:lnTo>
                <a:lnTo>
                  <a:pt x="2316641" y="55073"/>
                </a:lnTo>
                <a:lnTo>
                  <a:pt x="2271224" y="64463"/>
                </a:lnTo>
                <a:lnTo>
                  <a:pt x="2226071" y="74562"/>
                </a:lnTo>
                <a:lnTo>
                  <a:pt x="2181187" y="85365"/>
                </a:lnTo>
                <a:lnTo>
                  <a:pt x="2136580" y="96866"/>
                </a:lnTo>
                <a:lnTo>
                  <a:pt x="2092255" y="109058"/>
                </a:lnTo>
                <a:lnTo>
                  <a:pt x="2048218" y="121936"/>
                </a:lnTo>
                <a:lnTo>
                  <a:pt x="2004475" y="135493"/>
                </a:lnTo>
                <a:lnTo>
                  <a:pt x="1961033" y="149723"/>
                </a:lnTo>
                <a:lnTo>
                  <a:pt x="1917897" y="164621"/>
                </a:lnTo>
                <a:lnTo>
                  <a:pt x="1875074" y="180180"/>
                </a:lnTo>
                <a:lnTo>
                  <a:pt x="1832570" y="196393"/>
                </a:lnTo>
                <a:lnTo>
                  <a:pt x="1790391" y="213255"/>
                </a:lnTo>
                <a:lnTo>
                  <a:pt x="1748543" y="230760"/>
                </a:lnTo>
                <a:lnTo>
                  <a:pt x="1707032" y="248902"/>
                </a:lnTo>
                <a:lnTo>
                  <a:pt x="1665864" y="267674"/>
                </a:lnTo>
                <a:lnTo>
                  <a:pt x="1625046" y="287070"/>
                </a:lnTo>
                <a:lnTo>
                  <a:pt x="1584583" y="307085"/>
                </a:lnTo>
                <a:lnTo>
                  <a:pt x="1544482" y="327712"/>
                </a:lnTo>
                <a:lnTo>
                  <a:pt x="1504748" y="348945"/>
                </a:lnTo>
                <a:lnTo>
                  <a:pt x="1465388" y="370777"/>
                </a:lnTo>
                <a:lnTo>
                  <a:pt x="1426409" y="393204"/>
                </a:lnTo>
                <a:lnTo>
                  <a:pt x="1387815" y="416218"/>
                </a:lnTo>
                <a:lnTo>
                  <a:pt x="1349613" y="439814"/>
                </a:lnTo>
                <a:lnTo>
                  <a:pt x="1311810" y="463985"/>
                </a:lnTo>
                <a:lnTo>
                  <a:pt x="1274410" y="488726"/>
                </a:lnTo>
                <a:lnTo>
                  <a:pt x="1237422" y="514030"/>
                </a:lnTo>
                <a:lnTo>
                  <a:pt x="1200850" y="539891"/>
                </a:lnTo>
                <a:lnTo>
                  <a:pt x="1164700" y="566303"/>
                </a:lnTo>
                <a:lnTo>
                  <a:pt x="1128980" y="593260"/>
                </a:lnTo>
                <a:lnTo>
                  <a:pt x="1093694" y="620756"/>
                </a:lnTo>
                <a:lnTo>
                  <a:pt x="1058850" y="648784"/>
                </a:lnTo>
                <a:lnTo>
                  <a:pt x="1024452" y="677339"/>
                </a:lnTo>
                <a:lnTo>
                  <a:pt x="990508" y="706415"/>
                </a:lnTo>
                <a:lnTo>
                  <a:pt x="957023" y="736005"/>
                </a:lnTo>
                <a:lnTo>
                  <a:pt x="924004" y="766103"/>
                </a:lnTo>
                <a:lnTo>
                  <a:pt x="891456" y="796703"/>
                </a:lnTo>
                <a:lnTo>
                  <a:pt x="859386" y="827799"/>
                </a:lnTo>
                <a:lnTo>
                  <a:pt x="827800" y="859386"/>
                </a:lnTo>
                <a:lnTo>
                  <a:pt x="796704" y="891456"/>
                </a:lnTo>
                <a:lnTo>
                  <a:pt x="766103" y="924004"/>
                </a:lnTo>
                <a:lnTo>
                  <a:pt x="736005" y="957023"/>
                </a:lnTo>
                <a:lnTo>
                  <a:pt x="706415" y="990508"/>
                </a:lnTo>
                <a:lnTo>
                  <a:pt x="677340" y="1024452"/>
                </a:lnTo>
                <a:lnTo>
                  <a:pt x="648784" y="1058849"/>
                </a:lnTo>
                <a:lnTo>
                  <a:pt x="620756" y="1093694"/>
                </a:lnTo>
                <a:lnTo>
                  <a:pt x="593260" y="1128979"/>
                </a:lnTo>
                <a:lnTo>
                  <a:pt x="566303" y="1164700"/>
                </a:lnTo>
                <a:lnTo>
                  <a:pt x="539891" y="1200849"/>
                </a:lnTo>
                <a:lnTo>
                  <a:pt x="514030" y="1237421"/>
                </a:lnTo>
                <a:lnTo>
                  <a:pt x="488726" y="1274410"/>
                </a:lnTo>
                <a:lnTo>
                  <a:pt x="463985" y="1311809"/>
                </a:lnTo>
                <a:lnTo>
                  <a:pt x="439814" y="1349612"/>
                </a:lnTo>
                <a:lnTo>
                  <a:pt x="416218" y="1387814"/>
                </a:lnTo>
                <a:lnTo>
                  <a:pt x="393204" y="1426408"/>
                </a:lnTo>
                <a:lnTo>
                  <a:pt x="370777" y="1465388"/>
                </a:lnTo>
                <a:lnTo>
                  <a:pt x="348945" y="1504748"/>
                </a:lnTo>
                <a:lnTo>
                  <a:pt x="327712" y="1544481"/>
                </a:lnTo>
                <a:lnTo>
                  <a:pt x="307085" y="1584583"/>
                </a:lnTo>
                <a:lnTo>
                  <a:pt x="287070" y="1625045"/>
                </a:lnTo>
                <a:lnTo>
                  <a:pt x="267674" y="1665864"/>
                </a:lnTo>
                <a:lnTo>
                  <a:pt x="248902" y="1707031"/>
                </a:lnTo>
                <a:lnTo>
                  <a:pt x="230760" y="1748542"/>
                </a:lnTo>
                <a:lnTo>
                  <a:pt x="213255" y="1790391"/>
                </a:lnTo>
                <a:lnTo>
                  <a:pt x="196393" y="1832570"/>
                </a:lnTo>
                <a:lnTo>
                  <a:pt x="180180" y="1875074"/>
                </a:lnTo>
                <a:lnTo>
                  <a:pt x="164621" y="1917897"/>
                </a:lnTo>
                <a:lnTo>
                  <a:pt x="149724" y="1961032"/>
                </a:lnTo>
                <a:lnTo>
                  <a:pt x="135493" y="2004474"/>
                </a:lnTo>
                <a:lnTo>
                  <a:pt x="121936" y="2048217"/>
                </a:lnTo>
                <a:lnTo>
                  <a:pt x="109058" y="2092254"/>
                </a:lnTo>
                <a:lnTo>
                  <a:pt x="96866" y="2136579"/>
                </a:lnTo>
                <a:lnTo>
                  <a:pt x="85365" y="2181187"/>
                </a:lnTo>
                <a:lnTo>
                  <a:pt x="74562" y="2226070"/>
                </a:lnTo>
                <a:lnTo>
                  <a:pt x="64463" y="2271223"/>
                </a:lnTo>
                <a:lnTo>
                  <a:pt x="55073" y="2316640"/>
                </a:lnTo>
                <a:lnTo>
                  <a:pt x="46400" y="2362315"/>
                </a:lnTo>
                <a:lnTo>
                  <a:pt x="38449" y="2408242"/>
                </a:lnTo>
                <a:lnTo>
                  <a:pt x="31226" y="2454414"/>
                </a:lnTo>
                <a:lnTo>
                  <a:pt x="24738" y="2500825"/>
                </a:lnTo>
                <a:lnTo>
                  <a:pt x="18989" y="2547469"/>
                </a:lnTo>
                <a:lnTo>
                  <a:pt x="13988" y="2594341"/>
                </a:lnTo>
                <a:lnTo>
                  <a:pt x="9739" y="2641434"/>
                </a:lnTo>
                <a:lnTo>
                  <a:pt x="6249" y="2688741"/>
                </a:lnTo>
                <a:lnTo>
                  <a:pt x="3524" y="2736258"/>
                </a:lnTo>
                <a:lnTo>
                  <a:pt x="1570" y="2783977"/>
                </a:lnTo>
                <a:lnTo>
                  <a:pt x="393" y="2831893"/>
                </a:lnTo>
                <a:lnTo>
                  <a:pt x="0" y="2879999"/>
                </a:lnTo>
                <a:lnTo>
                  <a:pt x="393" y="2928105"/>
                </a:lnTo>
                <a:lnTo>
                  <a:pt x="1570" y="2976021"/>
                </a:lnTo>
                <a:lnTo>
                  <a:pt x="3524" y="3023740"/>
                </a:lnTo>
                <a:lnTo>
                  <a:pt x="6249" y="3071256"/>
                </a:lnTo>
                <a:lnTo>
                  <a:pt x="9739" y="3118564"/>
                </a:lnTo>
                <a:lnTo>
                  <a:pt x="13988" y="3165657"/>
                </a:lnTo>
                <a:lnTo>
                  <a:pt x="18989" y="3212528"/>
                </a:lnTo>
                <a:lnTo>
                  <a:pt x="24738" y="3259173"/>
                </a:lnTo>
                <a:lnTo>
                  <a:pt x="31226" y="3305584"/>
                </a:lnTo>
                <a:lnTo>
                  <a:pt x="38449" y="3351756"/>
                </a:lnTo>
                <a:lnTo>
                  <a:pt x="46400" y="3397682"/>
                </a:lnTo>
                <a:lnTo>
                  <a:pt x="55073" y="3443357"/>
                </a:lnTo>
                <a:lnTo>
                  <a:pt x="64463" y="3488774"/>
                </a:lnTo>
                <a:lnTo>
                  <a:pt x="74562" y="3533928"/>
                </a:lnTo>
                <a:lnTo>
                  <a:pt x="85365" y="3578811"/>
                </a:lnTo>
                <a:lnTo>
                  <a:pt x="96866" y="3623419"/>
                </a:lnTo>
                <a:lnTo>
                  <a:pt x="109058" y="3667744"/>
                </a:lnTo>
                <a:lnTo>
                  <a:pt x="121936" y="3711781"/>
                </a:lnTo>
                <a:lnTo>
                  <a:pt x="135493" y="3755523"/>
                </a:lnTo>
                <a:lnTo>
                  <a:pt x="149724" y="3798966"/>
                </a:lnTo>
                <a:lnTo>
                  <a:pt x="164621" y="3842101"/>
                </a:lnTo>
                <a:lnTo>
                  <a:pt x="180180" y="3884924"/>
                </a:lnTo>
                <a:lnTo>
                  <a:pt x="196393" y="3927428"/>
                </a:lnTo>
                <a:lnTo>
                  <a:pt x="213255" y="3969607"/>
                </a:lnTo>
                <a:lnTo>
                  <a:pt x="230760" y="4011455"/>
                </a:lnTo>
                <a:lnTo>
                  <a:pt x="248902" y="4052966"/>
                </a:lnTo>
                <a:lnTo>
                  <a:pt x="267674" y="4094134"/>
                </a:lnTo>
                <a:lnTo>
                  <a:pt x="287070" y="4134952"/>
                </a:lnTo>
                <a:lnTo>
                  <a:pt x="307085" y="4175415"/>
                </a:lnTo>
                <a:lnTo>
                  <a:pt x="327712" y="4215517"/>
                </a:lnTo>
                <a:lnTo>
                  <a:pt x="348945" y="4255250"/>
                </a:lnTo>
                <a:lnTo>
                  <a:pt x="370777" y="4294610"/>
                </a:lnTo>
                <a:lnTo>
                  <a:pt x="393204" y="4333590"/>
                </a:lnTo>
                <a:lnTo>
                  <a:pt x="416218" y="4372184"/>
                </a:lnTo>
                <a:lnTo>
                  <a:pt x="439814" y="4410386"/>
                </a:lnTo>
                <a:lnTo>
                  <a:pt x="463985" y="4448189"/>
                </a:lnTo>
                <a:lnTo>
                  <a:pt x="488726" y="4485588"/>
                </a:lnTo>
                <a:lnTo>
                  <a:pt x="514030" y="4522577"/>
                </a:lnTo>
                <a:lnTo>
                  <a:pt x="539891" y="4559149"/>
                </a:lnTo>
                <a:lnTo>
                  <a:pt x="566303" y="4595298"/>
                </a:lnTo>
                <a:lnTo>
                  <a:pt x="593260" y="4631019"/>
                </a:lnTo>
                <a:lnTo>
                  <a:pt x="620756" y="4666304"/>
                </a:lnTo>
                <a:lnTo>
                  <a:pt x="648784" y="4701149"/>
                </a:lnTo>
                <a:lnTo>
                  <a:pt x="677340" y="4735546"/>
                </a:lnTo>
                <a:lnTo>
                  <a:pt x="706415" y="4769490"/>
                </a:lnTo>
                <a:lnTo>
                  <a:pt x="736005" y="4802975"/>
                </a:lnTo>
                <a:lnTo>
                  <a:pt x="766103" y="4835995"/>
                </a:lnTo>
                <a:lnTo>
                  <a:pt x="796704" y="4868542"/>
                </a:lnTo>
                <a:lnTo>
                  <a:pt x="827800" y="4900613"/>
                </a:lnTo>
                <a:lnTo>
                  <a:pt x="859386" y="4932199"/>
                </a:lnTo>
                <a:lnTo>
                  <a:pt x="891456" y="4963295"/>
                </a:lnTo>
                <a:lnTo>
                  <a:pt x="924004" y="4993895"/>
                </a:lnTo>
                <a:lnTo>
                  <a:pt x="957023" y="5023994"/>
                </a:lnTo>
                <a:lnTo>
                  <a:pt x="990508" y="5053584"/>
                </a:lnTo>
                <a:lnTo>
                  <a:pt x="1024452" y="5082659"/>
                </a:lnTo>
                <a:lnTo>
                  <a:pt x="1058850" y="5111214"/>
                </a:lnTo>
                <a:lnTo>
                  <a:pt x="1093694" y="5139243"/>
                </a:lnTo>
                <a:lnTo>
                  <a:pt x="1128980" y="5166739"/>
                </a:lnTo>
                <a:lnTo>
                  <a:pt x="1164700" y="5193696"/>
                </a:lnTo>
                <a:lnTo>
                  <a:pt x="1200850" y="5220108"/>
                </a:lnTo>
                <a:lnTo>
                  <a:pt x="1237422" y="5245969"/>
                </a:lnTo>
                <a:lnTo>
                  <a:pt x="1274410" y="5271273"/>
                </a:lnTo>
                <a:lnTo>
                  <a:pt x="1311810" y="5296013"/>
                </a:lnTo>
                <a:lnTo>
                  <a:pt x="1349613" y="5320185"/>
                </a:lnTo>
                <a:lnTo>
                  <a:pt x="1387815" y="5343781"/>
                </a:lnTo>
                <a:lnTo>
                  <a:pt x="1426409" y="5366795"/>
                </a:lnTo>
                <a:lnTo>
                  <a:pt x="1465388" y="5389221"/>
                </a:lnTo>
                <a:lnTo>
                  <a:pt x="1504748" y="5411054"/>
                </a:lnTo>
                <a:lnTo>
                  <a:pt x="1544482" y="5432287"/>
                </a:lnTo>
                <a:lnTo>
                  <a:pt x="1584583" y="5452914"/>
                </a:lnTo>
                <a:lnTo>
                  <a:pt x="1625046" y="5472928"/>
                </a:lnTo>
                <a:lnTo>
                  <a:pt x="1665864" y="5492325"/>
                </a:lnTo>
                <a:lnTo>
                  <a:pt x="1707032" y="5511097"/>
                </a:lnTo>
                <a:lnTo>
                  <a:pt x="1748543" y="5529238"/>
                </a:lnTo>
                <a:lnTo>
                  <a:pt x="1790391" y="5546743"/>
                </a:lnTo>
                <a:lnTo>
                  <a:pt x="1832570" y="5563606"/>
                </a:lnTo>
                <a:lnTo>
                  <a:pt x="1875074" y="5579819"/>
                </a:lnTo>
                <a:lnTo>
                  <a:pt x="1917897" y="5595378"/>
                </a:lnTo>
                <a:lnTo>
                  <a:pt x="1961033" y="5610275"/>
                </a:lnTo>
                <a:lnTo>
                  <a:pt x="2004475" y="5624506"/>
                </a:lnTo>
                <a:lnTo>
                  <a:pt x="2048218" y="5638063"/>
                </a:lnTo>
                <a:lnTo>
                  <a:pt x="2092255" y="5650941"/>
                </a:lnTo>
                <a:lnTo>
                  <a:pt x="2136580" y="5663133"/>
                </a:lnTo>
                <a:lnTo>
                  <a:pt x="2181187" y="5674634"/>
                </a:lnTo>
                <a:lnTo>
                  <a:pt x="2226071" y="5685437"/>
                </a:lnTo>
                <a:lnTo>
                  <a:pt x="2271224" y="5695536"/>
                </a:lnTo>
                <a:lnTo>
                  <a:pt x="2316641" y="5704925"/>
                </a:lnTo>
                <a:lnTo>
                  <a:pt x="2362316" y="5713599"/>
                </a:lnTo>
                <a:lnTo>
                  <a:pt x="2408242" y="5721550"/>
                </a:lnTo>
                <a:lnTo>
                  <a:pt x="2454414" y="5728773"/>
                </a:lnTo>
                <a:lnTo>
                  <a:pt x="2500826" y="5735261"/>
                </a:lnTo>
                <a:lnTo>
                  <a:pt x="2547470" y="5741009"/>
                </a:lnTo>
                <a:lnTo>
                  <a:pt x="2594342" y="5746011"/>
                </a:lnTo>
                <a:lnTo>
                  <a:pt x="2641435" y="5750260"/>
                </a:lnTo>
                <a:lnTo>
                  <a:pt x="2688742" y="5753750"/>
                </a:lnTo>
                <a:lnTo>
                  <a:pt x="2736259" y="5756475"/>
                </a:lnTo>
                <a:lnTo>
                  <a:pt x="2783978" y="5758429"/>
                </a:lnTo>
                <a:lnTo>
                  <a:pt x="2831893" y="5759606"/>
                </a:lnTo>
                <a:lnTo>
                  <a:pt x="2880000" y="5759999"/>
                </a:lnTo>
                <a:lnTo>
                  <a:pt x="2928106" y="5759606"/>
                </a:lnTo>
                <a:lnTo>
                  <a:pt x="2976021" y="5758429"/>
                </a:lnTo>
                <a:lnTo>
                  <a:pt x="3023741" y="5756475"/>
                </a:lnTo>
                <a:lnTo>
                  <a:pt x="3071257" y="5753750"/>
                </a:lnTo>
                <a:lnTo>
                  <a:pt x="3118565" y="5750260"/>
                </a:lnTo>
                <a:lnTo>
                  <a:pt x="3165657" y="5746011"/>
                </a:lnTo>
                <a:lnTo>
                  <a:pt x="3212529" y="5741009"/>
                </a:lnTo>
                <a:lnTo>
                  <a:pt x="3259174" y="5735261"/>
                </a:lnTo>
                <a:lnTo>
                  <a:pt x="3305585" y="5728773"/>
                </a:lnTo>
                <a:lnTo>
                  <a:pt x="3351757" y="5721550"/>
                </a:lnTo>
                <a:lnTo>
                  <a:pt x="3397683" y="5713599"/>
                </a:lnTo>
                <a:lnTo>
                  <a:pt x="3443358" y="5704925"/>
                </a:lnTo>
                <a:lnTo>
                  <a:pt x="3488775" y="5695536"/>
                </a:lnTo>
                <a:lnTo>
                  <a:pt x="3533928" y="5685437"/>
                </a:lnTo>
                <a:lnTo>
                  <a:pt x="3578812" y="5674634"/>
                </a:lnTo>
                <a:lnTo>
                  <a:pt x="3623419" y="5663133"/>
                </a:lnTo>
                <a:lnTo>
                  <a:pt x="3667744" y="5650941"/>
                </a:lnTo>
                <a:lnTo>
                  <a:pt x="3711781" y="5638063"/>
                </a:lnTo>
                <a:lnTo>
                  <a:pt x="3755524" y="5624506"/>
                </a:lnTo>
                <a:lnTo>
                  <a:pt x="3798966" y="5610275"/>
                </a:lnTo>
                <a:lnTo>
                  <a:pt x="3842102" y="5595378"/>
                </a:lnTo>
                <a:lnTo>
                  <a:pt x="3884925" y="5579819"/>
                </a:lnTo>
                <a:lnTo>
                  <a:pt x="3927429" y="5563606"/>
                </a:lnTo>
                <a:lnTo>
                  <a:pt x="3969608" y="5546743"/>
                </a:lnTo>
                <a:lnTo>
                  <a:pt x="4011456" y="5529238"/>
                </a:lnTo>
                <a:lnTo>
                  <a:pt x="4052967" y="5511097"/>
                </a:lnTo>
                <a:lnTo>
                  <a:pt x="4094135" y="5492325"/>
                </a:lnTo>
                <a:lnTo>
                  <a:pt x="4134953" y="5472928"/>
                </a:lnTo>
                <a:lnTo>
                  <a:pt x="4175416" y="5452914"/>
                </a:lnTo>
                <a:lnTo>
                  <a:pt x="4215517" y="5432287"/>
                </a:lnTo>
                <a:lnTo>
                  <a:pt x="4255251" y="5411054"/>
                </a:lnTo>
                <a:lnTo>
                  <a:pt x="4294611" y="5389221"/>
                </a:lnTo>
                <a:lnTo>
                  <a:pt x="4333590" y="5366795"/>
                </a:lnTo>
                <a:lnTo>
                  <a:pt x="4372184" y="5343781"/>
                </a:lnTo>
                <a:lnTo>
                  <a:pt x="4410386" y="5320185"/>
                </a:lnTo>
                <a:lnTo>
                  <a:pt x="4448189" y="5296013"/>
                </a:lnTo>
                <a:lnTo>
                  <a:pt x="4485588" y="5271273"/>
                </a:lnTo>
                <a:lnTo>
                  <a:pt x="4522577" y="5245969"/>
                </a:lnTo>
                <a:lnTo>
                  <a:pt x="4559149" y="5220108"/>
                </a:lnTo>
                <a:lnTo>
                  <a:pt x="4595298" y="5193696"/>
                </a:lnTo>
                <a:lnTo>
                  <a:pt x="4631019" y="5166739"/>
                </a:lnTo>
                <a:lnTo>
                  <a:pt x="4666305" y="5139243"/>
                </a:lnTo>
                <a:lnTo>
                  <a:pt x="4701149" y="5111214"/>
                </a:lnTo>
                <a:lnTo>
                  <a:pt x="4735547" y="5082659"/>
                </a:lnTo>
                <a:lnTo>
                  <a:pt x="4769491" y="5053584"/>
                </a:lnTo>
                <a:lnTo>
                  <a:pt x="4802976" y="5023994"/>
                </a:lnTo>
                <a:lnTo>
                  <a:pt x="4835995" y="4993895"/>
                </a:lnTo>
                <a:lnTo>
                  <a:pt x="4868543" y="4963295"/>
                </a:lnTo>
                <a:lnTo>
                  <a:pt x="4900613" y="4932199"/>
                </a:lnTo>
                <a:lnTo>
                  <a:pt x="4932199" y="4900613"/>
                </a:lnTo>
                <a:lnTo>
                  <a:pt x="4963295" y="4868542"/>
                </a:lnTo>
                <a:lnTo>
                  <a:pt x="4993896" y="4835995"/>
                </a:lnTo>
                <a:lnTo>
                  <a:pt x="5023994" y="4802975"/>
                </a:lnTo>
                <a:lnTo>
                  <a:pt x="5053584" y="4769490"/>
                </a:lnTo>
                <a:lnTo>
                  <a:pt x="5082659" y="4735546"/>
                </a:lnTo>
                <a:lnTo>
                  <a:pt x="5111214" y="4701149"/>
                </a:lnTo>
                <a:lnTo>
                  <a:pt x="5139243" y="4666304"/>
                </a:lnTo>
                <a:lnTo>
                  <a:pt x="5166739" y="4631019"/>
                </a:lnTo>
                <a:lnTo>
                  <a:pt x="5193696" y="4595298"/>
                </a:lnTo>
                <a:lnTo>
                  <a:pt x="5220108" y="4559149"/>
                </a:lnTo>
                <a:lnTo>
                  <a:pt x="5245969" y="4522577"/>
                </a:lnTo>
                <a:lnTo>
                  <a:pt x="5271273" y="4485588"/>
                </a:lnTo>
                <a:lnTo>
                  <a:pt x="5296013" y="4448189"/>
                </a:lnTo>
                <a:lnTo>
                  <a:pt x="5320185" y="4410386"/>
                </a:lnTo>
                <a:lnTo>
                  <a:pt x="5343780" y="4372184"/>
                </a:lnTo>
                <a:lnTo>
                  <a:pt x="5366795" y="4333590"/>
                </a:lnTo>
                <a:lnTo>
                  <a:pt x="5389221" y="4294610"/>
                </a:lnTo>
                <a:lnTo>
                  <a:pt x="5411054" y="4255250"/>
                </a:lnTo>
                <a:lnTo>
                  <a:pt x="5432287" y="4215517"/>
                </a:lnTo>
                <a:lnTo>
                  <a:pt x="5452913" y="4175415"/>
                </a:lnTo>
                <a:lnTo>
                  <a:pt x="5472928" y="4134952"/>
                </a:lnTo>
                <a:lnTo>
                  <a:pt x="5492325" y="4094134"/>
                </a:lnTo>
                <a:lnTo>
                  <a:pt x="5511097" y="4052966"/>
                </a:lnTo>
                <a:lnTo>
                  <a:pt x="5529238" y="4011455"/>
                </a:lnTo>
                <a:lnTo>
                  <a:pt x="5546743" y="3969607"/>
                </a:lnTo>
                <a:lnTo>
                  <a:pt x="5563605" y="3927428"/>
                </a:lnTo>
                <a:lnTo>
                  <a:pt x="5579819" y="3884924"/>
                </a:lnTo>
                <a:lnTo>
                  <a:pt x="5595377" y="3842101"/>
                </a:lnTo>
                <a:lnTo>
                  <a:pt x="5610275" y="3798966"/>
                </a:lnTo>
                <a:lnTo>
                  <a:pt x="5624505" y="3755523"/>
                </a:lnTo>
                <a:lnTo>
                  <a:pt x="5638063" y="3711781"/>
                </a:lnTo>
                <a:lnTo>
                  <a:pt x="5650940" y="3667744"/>
                </a:lnTo>
                <a:lnTo>
                  <a:pt x="5663133" y="3623419"/>
                </a:lnTo>
                <a:lnTo>
                  <a:pt x="5674633" y="3578811"/>
                </a:lnTo>
                <a:lnTo>
                  <a:pt x="5685436" y="3533928"/>
                </a:lnTo>
                <a:lnTo>
                  <a:pt x="5695536" y="3488774"/>
                </a:lnTo>
                <a:lnTo>
                  <a:pt x="5704925" y="3443357"/>
                </a:lnTo>
                <a:lnTo>
                  <a:pt x="5713598" y="3397682"/>
                </a:lnTo>
                <a:lnTo>
                  <a:pt x="5721549" y="3351756"/>
                </a:lnTo>
                <a:lnTo>
                  <a:pt x="5728772" y="3305584"/>
                </a:lnTo>
                <a:lnTo>
                  <a:pt x="5735261" y="3259173"/>
                </a:lnTo>
                <a:lnTo>
                  <a:pt x="5741009" y="3212528"/>
                </a:lnTo>
                <a:lnTo>
                  <a:pt x="5746010" y="3165657"/>
                </a:lnTo>
                <a:lnTo>
                  <a:pt x="5750259" y="3118564"/>
                </a:lnTo>
                <a:lnTo>
                  <a:pt x="5753749" y="3071256"/>
                </a:lnTo>
                <a:lnTo>
                  <a:pt x="5756474" y="3023740"/>
                </a:lnTo>
                <a:lnTo>
                  <a:pt x="5758428" y="2976021"/>
                </a:lnTo>
                <a:lnTo>
                  <a:pt x="5759605" y="2928105"/>
                </a:lnTo>
                <a:lnTo>
                  <a:pt x="5759999" y="2879999"/>
                </a:lnTo>
                <a:lnTo>
                  <a:pt x="5759605" y="2831893"/>
                </a:lnTo>
                <a:lnTo>
                  <a:pt x="5758428" y="2783977"/>
                </a:lnTo>
                <a:lnTo>
                  <a:pt x="5756474" y="2736258"/>
                </a:lnTo>
                <a:lnTo>
                  <a:pt x="5753749" y="2688741"/>
                </a:lnTo>
                <a:lnTo>
                  <a:pt x="5750259" y="2641434"/>
                </a:lnTo>
                <a:lnTo>
                  <a:pt x="5746010" y="2594341"/>
                </a:lnTo>
                <a:lnTo>
                  <a:pt x="5741009" y="2547469"/>
                </a:lnTo>
                <a:lnTo>
                  <a:pt x="5735261" y="2500825"/>
                </a:lnTo>
                <a:lnTo>
                  <a:pt x="5728772" y="2454414"/>
                </a:lnTo>
                <a:lnTo>
                  <a:pt x="5721549" y="2408242"/>
                </a:lnTo>
                <a:lnTo>
                  <a:pt x="5713598" y="2362315"/>
                </a:lnTo>
                <a:lnTo>
                  <a:pt x="5704925" y="2316640"/>
                </a:lnTo>
                <a:lnTo>
                  <a:pt x="5695536" y="2271223"/>
                </a:lnTo>
                <a:lnTo>
                  <a:pt x="5685436" y="2226070"/>
                </a:lnTo>
                <a:lnTo>
                  <a:pt x="5674633" y="2181187"/>
                </a:lnTo>
                <a:lnTo>
                  <a:pt x="5663133" y="2136579"/>
                </a:lnTo>
                <a:lnTo>
                  <a:pt x="5650940" y="2092254"/>
                </a:lnTo>
                <a:lnTo>
                  <a:pt x="5638063" y="2048217"/>
                </a:lnTo>
                <a:lnTo>
                  <a:pt x="5624505" y="2004474"/>
                </a:lnTo>
                <a:lnTo>
                  <a:pt x="5610275" y="1961032"/>
                </a:lnTo>
                <a:lnTo>
                  <a:pt x="5595377" y="1917897"/>
                </a:lnTo>
                <a:lnTo>
                  <a:pt x="5579819" y="1875074"/>
                </a:lnTo>
                <a:lnTo>
                  <a:pt x="5563605" y="1832570"/>
                </a:lnTo>
                <a:lnTo>
                  <a:pt x="5546743" y="1790391"/>
                </a:lnTo>
                <a:lnTo>
                  <a:pt x="5529238" y="1748542"/>
                </a:lnTo>
                <a:lnTo>
                  <a:pt x="5511097" y="1707031"/>
                </a:lnTo>
                <a:lnTo>
                  <a:pt x="5492325" y="1665864"/>
                </a:lnTo>
                <a:lnTo>
                  <a:pt x="5472928" y="1625045"/>
                </a:lnTo>
                <a:lnTo>
                  <a:pt x="5452913" y="1584583"/>
                </a:lnTo>
                <a:lnTo>
                  <a:pt x="5432287" y="1544481"/>
                </a:lnTo>
                <a:lnTo>
                  <a:pt x="5411054" y="1504748"/>
                </a:lnTo>
                <a:lnTo>
                  <a:pt x="5389221" y="1465388"/>
                </a:lnTo>
                <a:lnTo>
                  <a:pt x="5366795" y="1426408"/>
                </a:lnTo>
                <a:lnTo>
                  <a:pt x="5343780" y="1387814"/>
                </a:lnTo>
                <a:lnTo>
                  <a:pt x="5320185" y="1349612"/>
                </a:lnTo>
                <a:lnTo>
                  <a:pt x="5296013" y="1311809"/>
                </a:lnTo>
                <a:lnTo>
                  <a:pt x="5271273" y="1274410"/>
                </a:lnTo>
                <a:lnTo>
                  <a:pt x="5245969" y="1237421"/>
                </a:lnTo>
                <a:lnTo>
                  <a:pt x="5220108" y="1200849"/>
                </a:lnTo>
                <a:lnTo>
                  <a:pt x="5193696" y="1164700"/>
                </a:lnTo>
                <a:lnTo>
                  <a:pt x="5166739" y="1128979"/>
                </a:lnTo>
                <a:lnTo>
                  <a:pt x="5139243" y="1093694"/>
                </a:lnTo>
                <a:lnTo>
                  <a:pt x="5111214" y="1058849"/>
                </a:lnTo>
                <a:lnTo>
                  <a:pt x="5082659" y="1024452"/>
                </a:lnTo>
                <a:lnTo>
                  <a:pt x="5053584" y="990508"/>
                </a:lnTo>
                <a:lnTo>
                  <a:pt x="5023994" y="957023"/>
                </a:lnTo>
                <a:lnTo>
                  <a:pt x="4993896" y="924004"/>
                </a:lnTo>
                <a:lnTo>
                  <a:pt x="4963295" y="891456"/>
                </a:lnTo>
                <a:lnTo>
                  <a:pt x="4932199" y="859386"/>
                </a:lnTo>
                <a:lnTo>
                  <a:pt x="4900613" y="827799"/>
                </a:lnTo>
                <a:lnTo>
                  <a:pt x="4868543" y="796703"/>
                </a:lnTo>
                <a:lnTo>
                  <a:pt x="4835995" y="766103"/>
                </a:lnTo>
                <a:lnTo>
                  <a:pt x="4802976" y="736005"/>
                </a:lnTo>
                <a:lnTo>
                  <a:pt x="4769491" y="706415"/>
                </a:lnTo>
                <a:lnTo>
                  <a:pt x="4735547" y="677339"/>
                </a:lnTo>
                <a:lnTo>
                  <a:pt x="4701149" y="648784"/>
                </a:lnTo>
                <a:lnTo>
                  <a:pt x="4666305" y="620756"/>
                </a:lnTo>
                <a:lnTo>
                  <a:pt x="4631019" y="593260"/>
                </a:lnTo>
                <a:lnTo>
                  <a:pt x="4595298" y="566303"/>
                </a:lnTo>
                <a:lnTo>
                  <a:pt x="4559149" y="539891"/>
                </a:lnTo>
                <a:lnTo>
                  <a:pt x="4522577" y="514030"/>
                </a:lnTo>
                <a:lnTo>
                  <a:pt x="4485588" y="488726"/>
                </a:lnTo>
                <a:lnTo>
                  <a:pt x="4448189" y="463985"/>
                </a:lnTo>
                <a:lnTo>
                  <a:pt x="4410386" y="439814"/>
                </a:lnTo>
                <a:lnTo>
                  <a:pt x="4372184" y="416218"/>
                </a:lnTo>
                <a:lnTo>
                  <a:pt x="4333590" y="393204"/>
                </a:lnTo>
                <a:lnTo>
                  <a:pt x="4294611" y="370777"/>
                </a:lnTo>
                <a:lnTo>
                  <a:pt x="4255251" y="348945"/>
                </a:lnTo>
                <a:lnTo>
                  <a:pt x="4215517" y="327712"/>
                </a:lnTo>
                <a:lnTo>
                  <a:pt x="4175416" y="307085"/>
                </a:lnTo>
                <a:lnTo>
                  <a:pt x="4134953" y="287070"/>
                </a:lnTo>
                <a:lnTo>
                  <a:pt x="4094135" y="267674"/>
                </a:lnTo>
                <a:lnTo>
                  <a:pt x="4052967" y="248902"/>
                </a:lnTo>
                <a:lnTo>
                  <a:pt x="4011456" y="230760"/>
                </a:lnTo>
                <a:lnTo>
                  <a:pt x="3969608" y="213255"/>
                </a:lnTo>
                <a:lnTo>
                  <a:pt x="3927429" y="196393"/>
                </a:lnTo>
                <a:lnTo>
                  <a:pt x="3884925" y="180180"/>
                </a:lnTo>
                <a:lnTo>
                  <a:pt x="3842102" y="164621"/>
                </a:lnTo>
                <a:lnTo>
                  <a:pt x="3798966" y="149723"/>
                </a:lnTo>
                <a:lnTo>
                  <a:pt x="3755524" y="135493"/>
                </a:lnTo>
                <a:lnTo>
                  <a:pt x="3711781" y="121936"/>
                </a:lnTo>
                <a:lnTo>
                  <a:pt x="3667744" y="109058"/>
                </a:lnTo>
                <a:lnTo>
                  <a:pt x="3623419" y="96866"/>
                </a:lnTo>
                <a:lnTo>
                  <a:pt x="3578812" y="85365"/>
                </a:lnTo>
                <a:lnTo>
                  <a:pt x="3533928" y="74562"/>
                </a:lnTo>
                <a:lnTo>
                  <a:pt x="3488775" y="64463"/>
                </a:lnTo>
                <a:lnTo>
                  <a:pt x="3443358" y="55073"/>
                </a:lnTo>
                <a:lnTo>
                  <a:pt x="3397683" y="46400"/>
                </a:lnTo>
                <a:lnTo>
                  <a:pt x="3351757" y="38449"/>
                </a:lnTo>
                <a:lnTo>
                  <a:pt x="3305585" y="31226"/>
                </a:lnTo>
                <a:lnTo>
                  <a:pt x="3259174" y="24738"/>
                </a:lnTo>
                <a:lnTo>
                  <a:pt x="3212529" y="18989"/>
                </a:lnTo>
                <a:lnTo>
                  <a:pt x="3165657" y="13988"/>
                </a:lnTo>
                <a:lnTo>
                  <a:pt x="3118565" y="9739"/>
                </a:lnTo>
                <a:lnTo>
                  <a:pt x="3071257" y="6249"/>
                </a:lnTo>
                <a:lnTo>
                  <a:pt x="3023741" y="3524"/>
                </a:lnTo>
                <a:lnTo>
                  <a:pt x="2976021" y="1570"/>
                </a:lnTo>
                <a:lnTo>
                  <a:pt x="2928106" y="393"/>
                </a:lnTo>
                <a:lnTo>
                  <a:pt x="2880000" y="0"/>
                </a:lnTo>
                <a:close/>
              </a:path>
            </a:pathLst>
          </a:custGeom>
          <a:solidFill>
            <a:srgbClr val="443DFF">
              <a:alpha val="107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379999" y="2945999"/>
            <a:ext cx="4800600" cy="4800600"/>
          </a:xfrm>
          <a:custGeom>
            <a:avLst/>
            <a:gdLst/>
            <a:ahLst/>
            <a:cxnLst/>
            <a:rect l="l" t="t" r="r" b="b"/>
            <a:pathLst>
              <a:path w="4800600" h="4800600">
                <a:moveTo>
                  <a:pt x="2400000" y="0"/>
                </a:moveTo>
                <a:lnTo>
                  <a:pt x="2351620" y="477"/>
                </a:lnTo>
                <a:lnTo>
                  <a:pt x="2303473" y="1905"/>
                </a:lnTo>
                <a:lnTo>
                  <a:pt x="2255568" y="4274"/>
                </a:lnTo>
                <a:lnTo>
                  <a:pt x="2207914" y="7574"/>
                </a:lnTo>
                <a:lnTo>
                  <a:pt x="2160519" y="11798"/>
                </a:lnTo>
                <a:lnTo>
                  <a:pt x="2113394" y="16936"/>
                </a:lnTo>
                <a:lnTo>
                  <a:pt x="2066546" y="22978"/>
                </a:lnTo>
                <a:lnTo>
                  <a:pt x="2019984" y="29917"/>
                </a:lnTo>
                <a:lnTo>
                  <a:pt x="1973719" y="37743"/>
                </a:lnTo>
                <a:lnTo>
                  <a:pt x="1927758" y="46447"/>
                </a:lnTo>
                <a:lnTo>
                  <a:pt x="1882110" y="56020"/>
                </a:lnTo>
                <a:lnTo>
                  <a:pt x="1836785" y="66453"/>
                </a:lnTo>
                <a:lnTo>
                  <a:pt x="1791792" y="77738"/>
                </a:lnTo>
                <a:lnTo>
                  <a:pt x="1747139" y="89865"/>
                </a:lnTo>
                <a:lnTo>
                  <a:pt x="1702835" y="102826"/>
                </a:lnTo>
                <a:lnTo>
                  <a:pt x="1658890" y="116610"/>
                </a:lnTo>
                <a:lnTo>
                  <a:pt x="1615312" y="131211"/>
                </a:lnTo>
                <a:lnTo>
                  <a:pt x="1572110" y="146617"/>
                </a:lnTo>
                <a:lnTo>
                  <a:pt x="1529294" y="162821"/>
                </a:lnTo>
                <a:lnTo>
                  <a:pt x="1486872" y="179814"/>
                </a:lnTo>
                <a:lnTo>
                  <a:pt x="1444853" y="197586"/>
                </a:lnTo>
                <a:lnTo>
                  <a:pt x="1403246" y="216129"/>
                </a:lnTo>
                <a:lnTo>
                  <a:pt x="1362060" y="235434"/>
                </a:lnTo>
                <a:lnTo>
                  <a:pt x="1321305" y="255491"/>
                </a:lnTo>
                <a:lnTo>
                  <a:pt x="1280988" y="276292"/>
                </a:lnTo>
                <a:lnTo>
                  <a:pt x="1241119" y="297828"/>
                </a:lnTo>
                <a:lnTo>
                  <a:pt x="1201708" y="320090"/>
                </a:lnTo>
                <a:lnTo>
                  <a:pt x="1162762" y="343068"/>
                </a:lnTo>
                <a:lnTo>
                  <a:pt x="1124291" y="366754"/>
                </a:lnTo>
                <a:lnTo>
                  <a:pt x="1086304" y="391140"/>
                </a:lnTo>
                <a:lnTo>
                  <a:pt x="1048810" y="416215"/>
                </a:lnTo>
                <a:lnTo>
                  <a:pt x="1011817" y="441971"/>
                </a:lnTo>
                <a:lnTo>
                  <a:pt x="975336" y="468399"/>
                </a:lnTo>
                <a:lnTo>
                  <a:pt x="939374" y="495491"/>
                </a:lnTo>
                <a:lnTo>
                  <a:pt x="903940" y="523236"/>
                </a:lnTo>
                <a:lnTo>
                  <a:pt x="869044" y="551627"/>
                </a:lnTo>
                <a:lnTo>
                  <a:pt x="834695" y="580653"/>
                </a:lnTo>
                <a:lnTo>
                  <a:pt x="800901" y="610307"/>
                </a:lnTo>
                <a:lnTo>
                  <a:pt x="767672" y="640580"/>
                </a:lnTo>
                <a:lnTo>
                  <a:pt x="735017" y="671461"/>
                </a:lnTo>
                <a:lnTo>
                  <a:pt x="702943" y="702943"/>
                </a:lnTo>
                <a:lnTo>
                  <a:pt x="671461" y="735017"/>
                </a:lnTo>
                <a:lnTo>
                  <a:pt x="640580" y="767672"/>
                </a:lnTo>
                <a:lnTo>
                  <a:pt x="610307" y="800901"/>
                </a:lnTo>
                <a:lnTo>
                  <a:pt x="580653" y="834695"/>
                </a:lnTo>
                <a:lnTo>
                  <a:pt x="551627" y="869044"/>
                </a:lnTo>
                <a:lnTo>
                  <a:pt x="523236" y="903940"/>
                </a:lnTo>
                <a:lnTo>
                  <a:pt x="495491" y="939374"/>
                </a:lnTo>
                <a:lnTo>
                  <a:pt x="468399" y="975336"/>
                </a:lnTo>
                <a:lnTo>
                  <a:pt x="441971" y="1011817"/>
                </a:lnTo>
                <a:lnTo>
                  <a:pt x="416215" y="1048810"/>
                </a:lnTo>
                <a:lnTo>
                  <a:pt x="391140" y="1086304"/>
                </a:lnTo>
                <a:lnTo>
                  <a:pt x="366754" y="1124291"/>
                </a:lnTo>
                <a:lnTo>
                  <a:pt x="343068" y="1162762"/>
                </a:lnTo>
                <a:lnTo>
                  <a:pt x="320090" y="1201708"/>
                </a:lnTo>
                <a:lnTo>
                  <a:pt x="297828" y="1241119"/>
                </a:lnTo>
                <a:lnTo>
                  <a:pt x="276292" y="1280988"/>
                </a:lnTo>
                <a:lnTo>
                  <a:pt x="255491" y="1321305"/>
                </a:lnTo>
                <a:lnTo>
                  <a:pt x="235434" y="1362060"/>
                </a:lnTo>
                <a:lnTo>
                  <a:pt x="216129" y="1403246"/>
                </a:lnTo>
                <a:lnTo>
                  <a:pt x="197586" y="1444853"/>
                </a:lnTo>
                <a:lnTo>
                  <a:pt x="179814" y="1486872"/>
                </a:lnTo>
                <a:lnTo>
                  <a:pt x="162821" y="1529294"/>
                </a:lnTo>
                <a:lnTo>
                  <a:pt x="146617" y="1572110"/>
                </a:lnTo>
                <a:lnTo>
                  <a:pt x="131211" y="1615312"/>
                </a:lnTo>
                <a:lnTo>
                  <a:pt x="116610" y="1658890"/>
                </a:lnTo>
                <a:lnTo>
                  <a:pt x="102826" y="1702835"/>
                </a:lnTo>
                <a:lnTo>
                  <a:pt x="89865" y="1747139"/>
                </a:lnTo>
                <a:lnTo>
                  <a:pt x="77738" y="1791792"/>
                </a:lnTo>
                <a:lnTo>
                  <a:pt x="66453" y="1836785"/>
                </a:lnTo>
                <a:lnTo>
                  <a:pt x="56020" y="1882110"/>
                </a:lnTo>
                <a:lnTo>
                  <a:pt x="46447" y="1927758"/>
                </a:lnTo>
                <a:lnTo>
                  <a:pt x="37743" y="1973719"/>
                </a:lnTo>
                <a:lnTo>
                  <a:pt x="29917" y="2019984"/>
                </a:lnTo>
                <a:lnTo>
                  <a:pt x="22978" y="2066546"/>
                </a:lnTo>
                <a:lnTo>
                  <a:pt x="16936" y="2113394"/>
                </a:lnTo>
                <a:lnTo>
                  <a:pt x="11798" y="2160519"/>
                </a:lnTo>
                <a:lnTo>
                  <a:pt x="7574" y="2207914"/>
                </a:lnTo>
                <a:lnTo>
                  <a:pt x="4274" y="2255568"/>
                </a:lnTo>
                <a:lnTo>
                  <a:pt x="1905" y="2303473"/>
                </a:lnTo>
                <a:lnTo>
                  <a:pt x="477" y="2351620"/>
                </a:lnTo>
                <a:lnTo>
                  <a:pt x="0" y="2400000"/>
                </a:lnTo>
                <a:lnTo>
                  <a:pt x="477" y="2448380"/>
                </a:lnTo>
                <a:lnTo>
                  <a:pt x="1905" y="2496527"/>
                </a:lnTo>
                <a:lnTo>
                  <a:pt x="4274" y="2544432"/>
                </a:lnTo>
                <a:lnTo>
                  <a:pt x="7574" y="2592086"/>
                </a:lnTo>
                <a:lnTo>
                  <a:pt x="11798" y="2639480"/>
                </a:lnTo>
                <a:lnTo>
                  <a:pt x="16936" y="2686606"/>
                </a:lnTo>
                <a:lnTo>
                  <a:pt x="22978" y="2733454"/>
                </a:lnTo>
                <a:lnTo>
                  <a:pt x="29917" y="2780015"/>
                </a:lnTo>
                <a:lnTo>
                  <a:pt x="37743" y="2826281"/>
                </a:lnTo>
                <a:lnTo>
                  <a:pt x="46447" y="2872242"/>
                </a:lnTo>
                <a:lnTo>
                  <a:pt x="56020" y="2917889"/>
                </a:lnTo>
                <a:lnTo>
                  <a:pt x="66453" y="2963214"/>
                </a:lnTo>
                <a:lnTo>
                  <a:pt x="77738" y="3008208"/>
                </a:lnTo>
                <a:lnTo>
                  <a:pt x="89865" y="3052861"/>
                </a:lnTo>
                <a:lnTo>
                  <a:pt x="102826" y="3097165"/>
                </a:lnTo>
                <a:lnTo>
                  <a:pt x="116610" y="3141110"/>
                </a:lnTo>
                <a:lnTo>
                  <a:pt x="131211" y="3184688"/>
                </a:lnTo>
                <a:lnTo>
                  <a:pt x="146617" y="3227889"/>
                </a:lnTo>
                <a:lnTo>
                  <a:pt x="162821" y="3270706"/>
                </a:lnTo>
                <a:lnTo>
                  <a:pt x="179814" y="3313128"/>
                </a:lnTo>
                <a:lnTo>
                  <a:pt x="197586" y="3355147"/>
                </a:lnTo>
                <a:lnTo>
                  <a:pt x="216129" y="3396754"/>
                </a:lnTo>
                <a:lnTo>
                  <a:pt x="235434" y="3437939"/>
                </a:lnTo>
                <a:lnTo>
                  <a:pt x="255491" y="3478695"/>
                </a:lnTo>
                <a:lnTo>
                  <a:pt x="276292" y="3519012"/>
                </a:lnTo>
                <a:lnTo>
                  <a:pt x="297828" y="3558880"/>
                </a:lnTo>
                <a:lnTo>
                  <a:pt x="320090" y="3598292"/>
                </a:lnTo>
                <a:lnTo>
                  <a:pt x="343068" y="3637238"/>
                </a:lnTo>
                <a:lnTo>
                  <a:pt x="366754" y="3675708"/>
                </a:lnTo>
                <a:lnTo>
                  <a:pt x="391140" y="3713695"/>
                </a:lnTo>
                <a:lnTo>
                  <a:pt x="416215" y="3751190"/>
                </a:lnTo>
                <a:lnTo>
                  <a:pt x="441971" y="3788182"/>
                </a:lnTo>
                <a:lnTo>
                  <a:pt x="468399" y="3824664"/>
                </a:lnTo>
                <a:lnTo>
                  <a:pt x="495491" y="3860626"/>
                </a:lnTo>
                <a:lnTo>
                  <a:pt x="523236" y="3896059"/>
                </a:lnTo>
                <a:lnTo>
                  <a:pt x="551627" y="3930955"/>
                </a:lnTo>
                <a:lnTo>
                  <a:pt x="580653" y="3965304"/>
                </a:lnTo>
                <a:lnTo>
                  <a:pt x="610307" y="3999098"/>
                </a:lnTo>
                <a:lnTo>
                  <a:pt x="640580" y="4032327"/>
                </a:lnTo>
                <a:lnTo>
                  <a:pt x="671461" y="4064983"/>
                </a:lnTo>
                <a:lnTo>
                  <a:pt x="702943" y="4097056"/>
                </a:lnTo>
                <a:lnTo>
                  <a:pt x="735017" y="4128538"/>
                </a:lnTo>
                <a:lnTo>
                  <a:pt x="767672" y="4159420"/>
                </a:lnTo>
                <a:lnTo>
                  <a:pt x="800901" y="4189692"/>
                </a:lnTo>
                <a:lnTo>
                  <a:pt x="834695" y="4219346"/>
                </a:lnTo>
                <a:lnTo>
                  <a:pt x="869044" y="4248373"/>
                </a:lnTo>
                <a:lnTo>
                  <a:pt x="903940" y="4276764"/>
                </a:lnTo>
                <a:lnTo>
                  <a:pt x="939374" y="4304509"/>
                </a:lnTo>
                <a:lnTo>
                  <a:pt x="975336" y="4331600"/>
                </a:lnTo>
                <a:lnTo>
                  <a:pt x="1011817" y="4358029"/>
                </a:lnTo>
                <a:lnTo>
                  <a:pt x="1048810" y="4383785"/>
                </a:lnTo>
                <a:lnTo>
                  <a:pt x="1086304" y="4408860"/>
                </a:lnTo>
                <a:lnTo>
                  <a:pt x="1124291" y="4433245"/>
                </a:lnTo>
                <a:lnTo>
                  <a:pt x="1162762" y="4456932"/>
                </a:lnTo>
                <a:lnTo>
                  <a:pt x="1201708" y="4479910"/>
                </a:lnTo>
                <a:lnTo>
                  <a:pt x="1241119" y="4502172"/>
                </a:lnTo>
                <a:lnTo>
                  <a:pt x="1280988" y="4523707"/>
                </a:lnTo>
                <a:lnTo>
                  <a:pt x="1321305" y="4544508"/>
                </a:lnTo>
                <a:lnTo>
                  <a:pt x="1362060" y="4564566"/>
                </a:lnTo>
                <a:lnTo>
                  <a:pt x="1403246" y="4583870"/>
                </a:lnTo>
                <a:lnTo>
                  <a:pt x="1444853" y="4602413"/>
                </a:lnTo>
                <a:lnTo>
                  <a:pt x="1486872" y="4620185"/>
                </a:lnTo>
                <a:lnTo>
                  <a:pt x="1529294" y="4637178"/>
                </a:lnTo>
                <a:lnTo>
                  <a:pt x="1572110" y="4653382"/>
                </a:lnTo>
                <a:lnTo>
                  <a:pt x="1615312" y="4668789"/>
                </a:lnTo>
                <a:lnTo>
                  <a:pt x="1658890" y="4683389"/>
                </a:lnTo>
                <a:lnTo>
                  <a:pt x="1702835" y="4697174"/>
                </a:lnTo>
                <a:lnTo>
                  <a:pt x="1747139" y="4710134"/>
                </a:lnTo>
                <a:lnTo>
                  <a:pt x="1791792" y="4722261"/>
                </a:lnTo>
                <a:lnTo>
                  <a:pt x="1836785" y="4733546"/>
                </a:lnTo>
                <a:lnTo>
                  <a:pt x="1882110" y="4743980"/>
                </a:lnTo>
                <a:lnTo>
                  <a:pt x="1927758" y="4753553"/>
                </a:lnTo>
                <a:lnTo>
                  <a:pt x="1973719" y="4762257"/>
                </a:lnTo>
                <a:lnTo>
                  <a:pt x="2019984" y="4770083"/>
                </a:lnTo>
                <a:lnTo>
                  <a:pt x="2066546" y="4777021"/>
                </a:lnTo>
                <a:lnTo>
                  <a:pt x="2113394" y="4783064"/>
                </a:lnTo>
                <a:lnTo>
                  <a:pt x="2160519" y="4788202"/>
                </a:lnTo>
                <a:lnTo>
                  <a:pt x="2207914" y="4792425"/>
                </a:lnTo>
                <a:lnTo>
                  <a:pt x="2255568" y="4795726"/>
                </a:lnTo>
                <a:lnTo>
                  <a:pt x="2303473" y="4798094"/>
                </a:lnTo>
                <a:lnTo>
                  <a:pt x="2351620" y="4799522"/>
                </a:lnTo>
                <a:lnTo>
                  <a:pt x="2400000" y="4800000"/>
                </a:lnTo>
                <a:lnTo>
                  <a:pt x="2448380" y="4799522"/>
                </a:lnTo>
                <a:lnTo>
                  <a:pt x="2496527" y="4798094"/>
                </a:lnTo>
                <a:lnTo>
                  <a:pt x="2544432" y="4795726"/>
                </a:lnTo>
                <a:lnTo>
                  <a:pt x="2592086" y="4792425"/>
                </a:lnTo>
                <a:lnTo>
                  <a:pt x="2639480" y="4788202"/>
                </a:lnTo>
                <a:lnTo>
                  <a:pt x="2686606" y="4783064"/>
                </a:lnTo>
                <a:lnTo>
                  <a:pt x="2733454" y="4777021"/>
                </a:lnTo>
                <a:lnTo>
                  <a:pt x="2780015" y="4770083"/>
                </a:lnTo>
                <a:lnTo>
                  <a:pt x="2826281" y="4762257"/>
                </a:lnTo>
                <a:lnTo>
                  <a:pt x="2872242" y="4753553"/>
                </a:lnTo>
                <a:lnTo>
                  <a:pt x="2917889" y="4743980"/>
                </a:lnTo>
                <a:lnTo>
                  <a:pt x="2963214" y="4733546"/>
                </a:lnTo>
                <a:lnTo>
                  <a:pt x="3008208" y="4722261"/>
                </a:lnTo>
                <a:lnTo>
                  <a:pt x="3052861" y="4710134"/>
                </a:lnTo>
                <a:lnTo>
                  <a:pt x="3097165" y="4697174"/>
                </a:lnTo>
                <a:lnTo>
                  <a:pt x="3141110" y="4683389"/>
                </a:lnTo>
                <a:lnTo>
                  <a:pt x="3184688" y="4668789"/>
                </a:lnTo>
                <a:lnTo>
                  <a:pt x="3227889" y="4653382"/>
                </a:lnTo>
                <a:lnTo>
                  <a:pt x="3270706" y="4637178"/>
                </a:lnTo>
                <a:lnTo>
                  <a:pt x="3313128" y="4620185"/>
                </a:lnTo>
                <a:lnTo>
                  <a:pt x="3355147" y="4602413"/>
                </a:lnTo>
                <a:lnTo>
                  <a:pt x="3396754" y="4583870"/>
                </a:lnTo>
                <a:lnTo>
                  <a:pt x="3437939" y="4564566"/>
                </a:lnTo>
                <a:lnTo>
                  <a:pt x="3478695" y="4544508"/>
                </a:lnTo>
                <a:lnTo>
                  <a:pt x="3519012" y="4523707"/>
                </a:lnTo>
                <a:lnTo>
                  <a:pt x="3558880" y="4502172"/>
                </a:lnTo>
                <a:lnTo>
                  <a:pt x="3598292" y="4479910"/>
                </a:lnTo>
                <a:lnTo>
                  <a:pt x="3637238" y="4456932"/>
                </a:lnTo>
                <a:lnTo>
                  <a:pt x="3675708" y="4433245"/>
                </a:lnTo>
                <a:lnTo>
                  <a:pt x="3713695" y="4408860"/>
                </a:lnTo>
                <a:lnTo>
                  <a:pt x="3751190" y="4383785"/>
                </a:lnTo>
                <a:lnTo>
                  <a:pt x="3788182" y="4358029"/>
                </a:lnTo>
                <a:lnTo>
                  <a:pt x="3824664" y="4331600"/>
                </a:lnTo>
                <a:lnTo>
                  <a:pt x="3860626" y="4304509"/>
                </a:lnTo>
                <a:lnTo>
                  <a:pt x="3896059" y="4276764"/>
                </a:lnTo>
                <a:lnTo>
                  <a:pt x="3930955" y="4248373"/>
                </a:lnTo>
                <a:lnTo>
                  <a:pt x="3965304" y="4219346"/>
                </a:lnTo>
                <a:lnTo>
                  <a:pt x="3999098" y="4189692"/>
                </a:lnTo>
                <a:lnTo>
                  <a:pt x="4032327" y="4159420"/>
                </a:lnTo>
                <a:lnTo>
                  <a:pt x="4064983" y="4128538"/>
                </a:lnTo>
                <a:lnTo>
                  <a:pt x="4097056" y="4097056"/>
                </a:lnTo>
                <a:lnTo>
                  <a:pt x="4128538" y="4064983"/>
                </a:lnTo>
                <a:lnTo>
                  <a:pt x="4159420" y="4032327"/>
                </a:lnTo>
                <a:lnTo>
                  <a:pt x="4189692" y="3999098"/>
                </a:lnTo>
                <a:lnTo>
                  <a:pt x="4219346" y="3965304"/>
                </a:lnTo>
                <a:lnTo>
                  <a:pt x="4248373" y="3930955"/>
                </a:lnTo>
                <a:lnTo>
                  <a:pt x="4276764" y="3896059"/>
                </a:lnTo>
                <a:lnTo>
                  <a:pt x="4304509" y="3860626"/>
                </a:lnTo>
                <a:lnTo>
                  <a:pt x="4331600" y="3824664"/>
                </a:lnTo>
                <a:lnTo>
                  <a:pt x="4358029" y="3788182"/>
                </a:lnTo>
                <a:lnTo>
                  <a:pt x="4383785" y="3751190"/>
                </a:lnTo>
                <a:lnTo>
                  <a:pt x="4408860" y="3713695"/>
                </a:lnTo>
                <a:lnTo>
                  <a:pt x="4433245" y="3675708"/>
                </a:lnTo>
                <a:lnTo>
                  <a:pt x="4456932" y="3637238"/>
                </a:lnTo>
                <a:lnTo>
                  <a:pt x="4479910" y="3598292"/>
                </a:lnTo>
                <a:lnTo>
                  <a:pt x="4502172" y="3558880"/>
                </a:lnTo>
                <a:lnTo>
                  <a:pt x="4523707" y="3519012"/>
                </a:lnTo>
                <a:lnTo>
                  <a:pt x="4544508" y="3478695"/>
                </a:lnTo>
                <a:lnTo>
                  <a:pt x="4564566" y="3437939"/>
                </a:lnTo>
                <a:lnTo>
                  <a:pt x="4583870" y="3396754"/>
                </a:lnTo>
                <a:lnTo>
                  <a:pt x="4602413" y="3355147"/>
                </a:lnTo>
                <a:lnTo>
                  <a:pt x="4620185" y="3313128"/>
                </a:lnTo>
                <a:lnTo>
                  <a:pt x="4637178" y="3270706"/>
                </a:lnTo>
                <a:lnTo>
                  <a:pt x="4653382" y="3227889"/>
                </a:lnTo>
                <a:lnTo>
                  <a:pt x="4668789" y="3184688"/>
                </a:lnTo>
                <a:lnTo>
                  <a:pt x="4683389" y="3141110"/>
                </a:lnTo>
                <a:lnTo>
                  <a:pt x="4697174" y="3097165"/>
                </a:lnTo>
                <a:lnTo>
                  <a:pt x="4710134" y="3052861"/>
                </a:lnTo>
                <a:lnTo>
                  <a:pt x="4722261" y="3008208"/>
                </a:lnTo>
                <a:lnTo>
                  <a:pt x="4733546" y="2963214"/>
                </a:lnTo>
                <a:lnTo>
                  <a:pt x="4743980" y="2917889"/>
                </a:lnTo>
                <a:lnTo>
                  <a:pt x="4753553" y="2872242"/>
                </a:lnTo>
                <a:lnTo>
                  <a:pt x="4762257" y="2826281"/>
                </a:lnTo>
                <a:lnTo>
                  <a:pt x="4770083" y="2780015"/>
                </a:lnTo>
                <a:lnTo>
                  <a:pt x="4777021" y="2733454"/>
                </a:lnTo>
                <a:lnTo>
                  <a:pt x="4783064" y="2686606"/>
                </a:lnTo>
                <a:lnTo>
                  <a:pt x="4788202" y="2639480"/>
                </a:lnTo>
                <a:lnTo>
                  <a:pt x="4792425" y="2592086"/>
                </a:lnTo>
                <a:lnTo>
                  <a:pt x="4795726" y="2544432"/>
                </a:lnTo>
                <a:lnTo>
                  <a:pt x="4798094" y="2496527"/>
                </a:lnTo>
                <a:lnTo>
                  <a:pt x="4799522" y="2448380"/>
                </a:lnTo>
                <a:lnTo>
                  <a:pt x="4800000" y="2400000"/>
                </a:lnTo>
                <a:lnTo>
                  <a:pt x="4799522" y="2351620"/>
                </a:lnTo>
                <a:lnTo>
                  <a:pt x="4798094" y="2303473"/>
                </a:lnTo>
                <a:lnTo>
                  <a:pt x="4795726" y="2255568"/>
                </a:lnTo>
                <a:lnTo>
                  <a:pt x="4792425" y="2207914"/>
                </a:lnTo>
                <a:lnTo>
                  <a:pt x="4788202" y="2160519"/>
                </a:lnTo>
                <a:lnTo>
                  <a:pt x="4783064" y="2113394"/>
                </a:lnTo>
                <a:lnTo>
                  <a:pt x="4777021" y="2066546"/>
                </a:lnTo>
                <a:lnTo>
                  <a:pt x="4770083" y="2019984"/>
                </a:lnTo>
                <a:lnTo>
                  <a:pt x="4762257" y="1973719"/>
                </a:lnTo>
                <a:lnTo>
                  <a:pt x="4753553" y="1927758"/>
                </a:lnTo>
                <a:lnTo>
                  <a:pt x="4743980" y="1882110"/>
                </a:lnTo>
                <a:lnTo>
                  <a:pt x="4733546" y="1836785"/>
                </a:lnTo>
                <a:lnTo>
                  <a:pt x="4722261" y="1791792"/>
                </a:lnTo>
                <a:lnTo>
                  <a:pt x="4710134" y="1747139"/>
                </a:lnTo>
                <a:lnTo>
                  <a:pt x="4697174" y="1702835"/>
                </a:lnTo>
                <a:lnTo>
                  <a:pt x="4683389" y="1658890"/>
                </a:lnTo>
                <a:lnTo>
                  <a:pt x="4668789" y="1615312"/>
                </a:lnTo>
                <a:lnTo>
                  <a:pt x="4653382" y="1572110"/>
                </a:lnTo>
                <a:lnTo>
                  <a:pt x="4637178" y="1529294"/>
                </a:lnTo>
                <a:lnTo>
                  <a:pt x="4620185" y="1486872"/>
                </a:lnTo>
                <a:lnTo>
                  <a:pt x="4602413" y="1444853"/>
                </a:lnTo>
                <a:lnTo>
                  <a:pt x="4583870" y="1403246"/>
                </a:lnTo>
                <a:lnTo>
                  <a:pt x="4564566" y="1362060"/>
                </a:lnTo>
                <a:lnTo>
                  <a:pt x="4544508" y="1321305"/>
                </a:lnTo>
                <a:lnTo>
                  <a:pt x="4523707" y="1280988"/>
                </a:lnTo>
                <a:lnTo>
                  <a:pt x="4502172" y="1241119"/>
                </a:lnTo>
                <a:lnTo>
                  <a:pt x="4479910" y="1201708"/>
                </a:lnTo>
                <a:lnTo>
                  <a:pt x="4456932" y="1162762"/>
                </a:lnTo>
                <a:lnTo>
                  <a:pt x="4433245" y="1124291"/>
                </a:lnTo>
                <a:lnTo>
                  <a:pt x="4408860" y="1086304"/>
                </a:lnTo>
                <a:lnTo>
                  <a:pt x="4383785" y="1048810"/>
                </a:lnTo>
                <a:lnTo>
                  <a:pt x="4358029" y="1011817"/>
                </a:lnTo>
                <a:lnTo>
                  <a:pt x="4331600" y="975336"/>
                </a:lnTo>
                <a:lnTo>
                  <a:pt x="4304509" y="939374"/>
                </a:lnTo>
                <a:lnTo>
                  <a:pt x="4276764" y="903940"/>
                </a:lnTo>
                <a:lnTo>
                  <a:pt x="4248373" y="869044"/>
                </a:lnTo>
                <a:lnTo>
                  <a:pt x="4219346" y="834695"/>
                </a:lnTo>
                <a:lnTo>
                  <a:pt x="4189692" y="800901"/>
                </a:lnTo>
                <a:lnTo>
                  <a:pt x="4159420" y="767672"/>
                </a:lnTo>
                <a:lnTo>
                  <a:pt x="4128538" y="735017"/>
                </a:lnTo>
                <a:lnTo>
                  <a:pt x="4097056" y="702943"/>
                </a:lnTo>
                <a:lnTo>
                  <a:pt x="4064983" y="671461"/>
                </a:lnTo>
                <a:lnTo>
                  <a:pt x="4032327" y="640580"/>
                </a:lnTo>
                <a:lnTo>
                  <a:pt x="3999098" y="610307"/>
                </a:lnTo>
                <a:lnTo>
                  <a:pt x="3965304" y="580653"/>
                </a:lnTo>
                <a:lnTo>
                  <a:pt x="3930955" y="551627"/>
                </a:lnTo>
                <a:lnTo>
                  <a:pt x="3896059" y="523236"/>
                </a:lnTo>
                <a:lnTo>
                  <a:pt x="3860626" y="495491"/>
                </a:lnTo>
                <a:lnTo>
                  <a:pt x="3824664" y="468399"/>
                </a:lnTo>
                <a:lnTo>
                  <a:pt x="3788182" y="441971"/>
                </a:lnTo>
                <a:lnTo>
                  <a:pt x="3751190" y="416215"/>
                </a:lnTo>
                <a:lnTo>
                  <a:pt x="3713695" y="391140"/>
                </a:lnTo>
                <a:lnTo>
                  <a:pt x="3675708" y="366754"/>
                </a:lnTo>
                <a:lnTo>
                  <a:pt x="3637238" y="343068"/>
                </a:lnTo>
                <a:lnTo>
                  <a:pt x="3598292" y="320090"/>
                </a:lnTo>
                <a:lnTo>
                  <a:pt x="3558880" y="297828"/>
                </a:lnTo>
                <a:lnTo>
                  <a:pt x="3519012" y="276292"/>
                </a:lnTo>
                <a:lnTo>
                  <a:pt x="3478695" y="255491"/>
                </a:lnTo>
                <a:lnTo>
                  <a:pt x="3437939" y="235434"/>
                </a:lnTo>
                <a:lnTo>
                  <a:pt x="3396754" y="216129"/>
                </a:lnTo>
                <a:lnTo>
                  <a:pt x="3355147" y="197586"/>
                </a:lnTo>
                <a:lnTo>
                  <a:pt x="3313128" y="179814"/>
                </a:lnTo>
                <a:lnTo>
                  <a:pt x="3270706" y="162821"/>
                </a:lnTo>
                <a:lnTo>
                  <a:pt x="3227889" y="146617"/>
                </a:lnTo>
                <a:lnTo>
                  <a:pt x="3184688" y="131211"/>
                </a:lnTo>
                <a:lnTo>
                  <a:pt x="3141110" y="116610"/>
                </a:lnTo>
                <a:lnTo>
                  <a:pt x="3097165" y="102826"/>
                </a:lnTo>
                <a:lnTo>
                  <a:pt x="3052861" y="89865"/>
                </a:lnTo>
                <a:lnTo>
                  <a:pt x="3008208" y="77738"/>
                </a:lnTo>
                <a:lnTo>
                  <a:pt x="2963214" y="66453"/>
                </a:lnTo>
                <a:lnTo>
                  <a:pt x="2917889" y="56020"/>
                </a:lnTo>
                <a:lnTo>
                  <a:pt x="2872242" y="46447"/>
                </a:lnTo>
                <a:lnTo>
                  <a:pt x="2826281" y="37743"/>
                </a:lnTo>
                <a:lnTo>
                  <a:pt x="2780015" y="29917"/>
                </a:lnTo>
                <a:lnTo>
                  <a:pt x="2733454" y="22978"/>
                </a:lnTo>
                <a:lnTo>
                  <a:pt x="2686606" y="16936"/>
                </a:lnTo>
                <a:lnTo>
                  <a:pt x="2639480" y="11798"/>
                </a:lnTo>
                <a:lnTo>
                  <a:pt x="2592086" y="7574"/>
                </a:lnTo>
                <a:lnTo>
                  <a:pt x="2544432" y="4274"/>
                </a:lnTo>
                <a:lnTo>
                  <a:pt x="2496527" y="1905"/>
                </a:lnTo>
                <a:lnTo>
                  <a:pt x="2448380" y="477"/>
                </a:lnTo>
                <a:lnTo>
                  <a:pt x="2400000" y="0"/>
                </a:lnTo>
                <a:close/>
              </a:path>
            </a:pathLst>
          </a:custGeom>
          <a:solidFill>
            <a:srgbClr val="443DFF">
              <a:alpha val="8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860000" y="3425999"/>
            <a:ext cx="3840479" cy="3840479"/>
          </a:xfrm>
          <a:custGeom>
            <a:avLst/>
            <a:gdLst/>
            <a:ahLst/>
            <a:cxnLst/>
            <a:rect l="l" t="t" r="r" b="b"/>
            <a:pathLst>
              <a:path w="3840479" h="3840479">
                <a:moveTo>
                  <a:pt x="1919999" y="0"/>
                </a:moveTo>
                <a:lnTo>
                  <a:pt x="1871941" y="589"/>
                </a:lnTo>
                <a:lnTo>
                  <a:pt x="1824172" y="2349"/>
                </a:lnTo>
                <a:lnTo>
                  <a:pt x="1776708" y="5266"/>
                </a:lnTo>
                <a:lnTo>
                  <a:pt x="1729561" y="9325"/>
                </a:lnTo>
                <a:lnTo>
                  <a:pt x="1682746" y="14514"/>
                </a:lnTo>
                <a:lnTo>
                  <a:pt x="1636276" y="20817"/>
                </a:lnTo>
                <a:lnTo>
                  <a:pt x="1590165" y="28222"/>
                </a:lnTo>
                <a:lnTo>
                  <a:pt x="1544427" y="36715"/>
                </a:lnTo>
                <a:lnTo>
                  <a:pt x="1499076" y="46283"/>
                </a:lnTo>
                <a:lnTo>
                  <a:pt x="1454125" y="56910"/>
                </a:lnTo>
                <a:lnTo>
                  <a:pt x="1409587" y="68584"/>
                </a:lnTo>
                <a:lnTo>
                  <a:pt x="1365478" y="81290"/>
                </a:lnTo>
                <a:lnTo>
                  <a:pt x="1321810" y="95016"/>
                </a:lnTo>
                <a:lnTo>
                  <a:pt x="1278598" y="109747"/>
                </a:lnTo>
                <a:lnTo>
                  <a:pt x="1235855" y="125470"/>
                </a:lnTo>
                <a:lnTo>
                  <a:pt x="1193594" y="142170"/>
                </a:lnTo>
                <a:lnTo>
                  <a:pt x="1151830" y="159834"/>
                </a:lnTo>
                <a:lnTo>
                  <a:pt x="1110576" y="178449"/>
                </a:lnTo>
                <a:lnTo>
                  <a:pt x="1069846" y="198000"/>
                </a:lnTo>
                <a:lnTo>
                  <a:pt x="1029654" y="218474"/>
                </a:lnTo>
                <a:lnTo>
                  <a:pt x="990014" y="239857"/>
                </a:lnTo>
                <a:lnTo>
                  <a:pt x="950939" y="262136"/>
                </a:lnTo>
                <a:lnTo>
                  <a:pt x="912443" y="285296"/>
                </a:lnTo>
                <a:lnTo>
                  <a:pt x="874539" y="309323"/>
                </a:lnTo>
                <a:lnTo>
                  <a:pt x="837243" y="334205"/>
                </a:lnTo>
                <a:lnTo>
                  <a:pt x="800566" y="359927"/>
                </a:lnTo>
                <a:lnTo>
                  <a:pt x="764524" y="386476"/>
                </a:lnTo>
                <a:lnTo>
                  <a:pt x="729129" y="413837"/>
                </a:lnTo>
                <a:lnTo>
                  <a:pt x="694396" y="441997"/>
                </a:lnTo>
                <a:lnTo>
                  <a:pt x="660339" y="470943"/>
                </a:lnTo>
                <a:lnTo>
                  <a:pt x="626970" y="500660"/>
                </a:lnTo>
                <a:lnTo>
                  <a:pt x="594304" y="531135"/>
                </a:lnTo>
                <a:lnTo>
                  <a:pt x="562355" y="562355"/>
                </a:lnTo>
                <a:lnTo>
                  <a:pt x="531135" y="594304"/>
                </a:lnTo>
                <a:lnTo>
                  <a:pt x="500660" y="626970"/>
                </a:lnTo>
                <a:lnTo>
                  <a:pt x="470943" y="660339"/>
                </a:lnTo>
                <a:lnTo>
                  <a:pt x="441997" y="694396"/>
                </a:lnTo>
                <a:lnTo>
                  <a:pt x="413837" y="729129"/>
                </a:lnTo>
                <a:lnTo>
                  <a:pt x="386476" y="764524"/>
                </a:lnTo>
                <a:lnTo>
                  <a:pt x="359927" y="800566"/>
                </a:lnTo>
                <a:lnTo>
                  <a:pt x="334205" y="837243"/>
                </a:lnTo>
                <a:lnTo>
                  <a:pt x="309323" y="874539"/>
                </a:lnTo>
                <a:lnTo>
                  <a:pt x="285296" y="912443"/>
                </a:lnTo>
                <a:lnTo>
                  <a:pt x="262136" y="950939"/>
                </a:lnTo>
                <a:lnTo>
                  <a:pt x="239857" y="990014"/>
                </a:lnTo>
                <a:lnTo>
                  <a:pt x="218474" y="1029654"/>
                </a:lnTo>
                <a:lnTo>
                  <a:pt x="198000" y="1069846"/>
                </a:lnTo>
                <a:lnTo>
                  <a:pt x="178449" y="1110576"/>
                </a:lnTo>
                <a:lnTo>
                  <a:pt x="159834" y="1151830"/>
                </a:lnTo>
                <a:lnTo>
                  <a:pt x="142170" y="1193594"/>
                </a:lnTo>
                <a:lnTo>
                  <a:pt x="125470" y="1235855"/>
                </a:lnTo>
                <a:lnTo>
                  <a:pt x="109747" y="1278598"/>
                </a:lnTo>
                <a:lnTo>
                  <a:pt x="95016" y="1321810"/>
                </a:lnTo>
                <a:lnTo>
                  <a:pt x="81290" y="1365478"/>
                </a:lnTo>
                <a:lnTo>
                  <a:pt x="68584" y="1409587"/>
                </a:lnTo>
                <a:lnTo>
                  <a:pt x="56910" y="1454125"/>
                </a:lnTo>
                <a:lnTo>
                  <a:pt x="46283" y="1499076"/>
                </a:lnTo>
                <a:lnTo>
                  <a:pt x="36715" y="1544427"/>
                </a:lnTo>
                <a:lnTo>
                  <a:pt x="28222" y="1590165"/>
                </a:lnTo>
                <a:lnTo>
                  <a:pt x="20817" y="1636276"/>
                </a:lnTo>
                <a:lnTo>
                  <a:pt x="14514" y="1682746"/>
                </a:lnTo>
                <a:lnTo>
                  <a:pt x="9325" y="1729561"/>
                </a:lnTo>
                <a:lnTo>
                  <a:pt x="5266" y="1776708"/>
                </a:lnTo>
                <a:lnTo>
                  <a:pt x="2349" y="1824172"/>
                </a:lnTo>
                <a:lnTo>
                  <a:pt x="589" y="1871941"/>
                </a:lnTo>
                <a:lnTo>
                  <a:pt x="0" y="1919999"/>
                </a:lnTo>
                <a:lnTo>
                  <a:pt x="589" y="1968058"/>
                </a:lnTo>
                <a:lnTo>
                  <a:pt x="2349" y="2015827"/>
                </a:lnTo>
                <a:lnTo>
                  <a:pt x="5266" y="2063291"/>
                </a:lnTo>
                <a:lnTo>
                  <a:pt x="9325" y="2110438"/>
                </a:lnTo>
                <a:lnTo>
                  <a:pt x="14514" y="2157253"/>
                </a:lnTo>
                <a:lnTo>
                  <a:pt x="20817" y="2203723"/>
                </a:lnTo>
                <a:lnTo>
                  <a:pt x="28222" y="2249834"/>
                </a:lnTo>
                <a:lnTo>
                  <a:pt x="36715" y="2295572"/>
                </a:lnTo>
                <a:lnTo>
                  <a:pt x="46283" y="2340923"/>
                </a:lnTo>
                <a:lnTo>
                  <a:pt x="56910" y="2385874"/>
                </a:lnTo>
                <a:lnTo>
                  <a:pt x="68584" y="2430411"/>
                </a:lnTo>
                <a:lnTo>
                  <a:pt x="81290" y="2474521"/>
                </a:lnTo>
                <a:lnTo>
                  <a:pt x="95016" y="2518189"/>
                </a:lnTo>
                <a:lnTo>
                  <a:pt x="109747" y="2561401"/>
                </a:lnTo>
                <a:lnTo>
                  <a:pt x="125470" y="2604144"/>
                </a:lnTo>
                <a:lnTo>
                  <a:pt x="142170" y="2646405"/>
                </a:lnTo>
                <a:lnTo>
                  <a:pt x="159834" y="2688169"/>
                </a:lnTo>
                <a:lnTo>
                  <a:pt x="178449" y="2729423"/>
                </a:lnTo>
                <a:lnTo>
                  <a:pt x="198000" y="2770153"/>
                </a:lnTo>
                <a:lnTo>
                  <a:pt x="218474" y="2810345"/>
                </a:lnTo>
                <a:lnTo>
                  <a:pt x="239857" y="2849985"/>
                </a:lnTo>
                <a:lnTo>
                  <a:pt x="262136" y="2889060"/>
                </a:lnTo>
                <a:lnTo>
                  <a:pt x="285296" y="2927556"/>
                </a:lnTo>
                <a:lnTo>
                  <a:pt x="309323" y="2965459"/>
                </a:lnTo>
                <a:lnTo>
                  <a:pt x="334205" y="3002756"/>
                </a:lnTo>
                <a:lnTo>
                  <a:pt x="359927" y="3039433"/>
                </a:lnTo>
                <a:lnTo>
                  <a:pt x="386476" y="3075475"/>
                </a:lnTo>
                <a:lnTo>
                  <a:pt x="413837" y="3110870"/>
                </a:lnTo>
                <a:lnTo>
                  <a:pt x="441997" y="3145603"/>
                </a:lnTo>
                <a:lnTo>
                  <a:pt x="470943" y="3179660"/>
                </a:lnTo>
                <a:lnTo>
                  <a:pt x="500660" y="3213029"/>
                </a:lnTo>
                <a:lnTo>
                  <a:pt x="531135" y="3245695"/>
                </a:lnTo>
                <a:lnTo>
                  <a:pt x="562355" y="3277644"/>
                </a:lnTo>
                <a:lnTo>
                  <a:pt x="594304" y="3308863"/>
                </a:lnTo>
                <a:lnTo>
                  <a:pt x="626970" y="3339339"/>
                </a:lnTo>
                <a:lnTo>
                  <a:pt x="660339" y="3369056"/>
                </a:lnTo>
                <a:lnTo>
                  <a:pt x="694396" y="3398001"/>
                </a:lnTo>
                <a:lnTo>
                  <a:pt x="729129" y="3426162"/>
                </a:lnTo>
                <a:lnTo>
                  <a:pt x="764524" y="3453523"/>
                </a:lnTo>
                <a:lnTo>
                  <a:pt x="800566" y="3480072"/>
                </a:lnTo>
                <a:lnTo>
                  <a:pt x="837243" y="3505794"/>
                </a:lnTo>
                <a:lnTo>
                  <a:pt x="874539" y="3530676"/>
                </a:lnTo>
                <a:lnTo>
                  <a:pt x="912443" y="3554703"/>
                </a:lnTo>
                <a:lnTo>
                  <a:pt x="950939" y="3577863"/>
                </a:lnTo>
                <a:lnTo>
                  <a:pt x="990014" y="3600141"/>
                </a:lnTo>
                <a:lnTo>
                  <a:pt x="1029654" y="3621525"/>
                </a:lnTo>
                <a:lnTo>
                  <a:pt x="1069846" y="3641999"/>
                </a:lnTo>
                <a:lnTo>
                  <a:pt x="1110576" y="3661550"/>
                </a:lnTo>
                <a:lnTo>
                  <a:pt x="1151830" y="3680164"/>
                </a:lnTo>
                <a:lnTo>
                  <a:pt x="1193594" y="3697829"/>
                </a:lnTo>
                <a:lnTo>
                  <a:pt x="1235855" y="3714529"/>
                </a:lnTo>
                <a:lnTo>
                  <a:pt x="1278598" y="3730252"/>
                </a:lnTo>
                <a:lnTo>
                  <a:pt x="1321810" y="3744983"/>
                </a:lnTo>
                <a:lnTo>
                  <a:pt x="1365478" y="3758708"/>
                </a:lnTo>
                <a:lnTo>
                  <a:pt x="1409587" y="3771415"/>
                </a:lnTo>
                <a:lnTo>
                  <a:pt x="1454125" y="3783089"/>
                </a:lnTo>
                <a:lnTo>
                  <a:pt x="1499076" y="3793716"/>
                </a:lnTo>
                <a:lnTo>
                  <a:pt x="1544427" y="3803283"/>
                </a:lnTo>
                <a:lnTo>
                  <a:pt x="1590165" y="3811776"/>
                </a:lnTo>
                <a:lnTo>
                  <a:pt x="1636276" y="3819182"/>
                </a:lnTo>
                <a:lnTo>
                  <a:pt x="1682746" y="3825485"/>
                </a:lnTo>
                <a:lnTo>
                  <a:pt x="1729561" y="3830674"/>
                </a:lnTo>
                <a:lnTo>
                  <a:pt x="1776708" y="3834733"/>
                </a:lnTo>
                <a:lnTo>
                  <a:pt x="1824172" y="3837650"/>
                </a:lnTo>
                <a:lnTo>
                  <a:pt x="1871941" y="3839410"/>
                </a:lnTo>
                <a:lnTo>
                  <a:pt x="1919999" y="3839999"/>
                </a:lnTo>
                <a:lnTo>
                  <a:pt x="1968058" y="3839410"/>
                </a:lnTo>
                <a:lnTo>
                  <a:pt x="2015827" y="3837650"/>
                </a:lnTo>
                <a:lnTo>
                  <a:pt x="2063291" y="3834733"/>
                </a:lnTo>
                <a:lnTo>
                  <a:pt x="2110438" y="3830674"/>
                </a:lnTo>
                <a:lnTo>
                  <a:pt x="2157253" y="3825485"/>
                </a:lnTo>
                <a:lnTo>
                  <a:pt x="2203723" y="3819182"/>
                </a:lnTo>
                <a:lnTo>
                  <a:pt x="2249834" y="3811776"/>
                </a:lnTo>
                <a:lnTo>
                  <a:pt x="2295572" y="3803283"/>
                </a:lnTo>
                <a:lnTo>
                  <a:pt x="2340923" y="3793716"/>
                </a:lnTo>
                <a:lnTo>
                  <a:pt x="2385874" y="3783089"/>
                </a:lnTo>
                <a:lnTo>
                  <a:pt x="2430411" y="3771415"/>
                </a:lnTo>
                <a:lnTo>
                  <a:pt x="2474521" y="3758708"/>
                </a:lnTo>
                <a:lnTo>
                  <a:pt x="2518189" y="3744983"/>
                </a:lnTo>
                <a:lnTo>
                  <a:pt x="2561401" y="3730252"/>
                </a:lnTo>
                <a:lnTo>
                  <a:pt x="2604144" y="3714529"/>
                </a:lnTo>
                <a:lnTo>
                  <a:pt x="2646405" y="3697829"/>
                </a:lnTo>
                <a:lnTo>
                  <a:pt x="2688169" y="3680164"/>
                </a:lnTo>
                <a:lnTo>
                  <a:pt x="2729423" y="3661550"/>
                </a:lnTo>
                <a:lnTo>
                  <a:pt x="2770153" y="3641999"/>
                </a:lnTo>
                <a:lnTo>
                  <a:pt x="2810345" y="3621525"/>
                </a:lnTo>
                <a:lnTo>
                  <a:pt x="2849985" y="3600141"/>
                </a:lnTo>
                <a:lnTo>
                  <a:pt x="2889060" y="3577863"/>
                </a:lnTo>
                <a:lnTo>
                  <a:pt x="2927556" y="3554703"/>
                </a:lnTo>
                <a:lnTo>
                  <a:pt x="2965459" y="3530676"/>
                </a:lnTo>
                <a:lnTo>
                  <a:pt x="3002756" y="3505794"/>
                </a:lnTo>
                <a:lnTo>
                  <a:pt x="3039433" y="3480072"/>
                </a:lnTo>
                <a:lnTo>
                  <a:pt x="3075475" y="3453523"/>
                </a:lnTo>
                <a:lnTo>
                  <a:pt x="3110870" y="3426162"/>
                </a:lnTo>
                <a:lnTo>
                  <a:pt x="3145603" y="3398001"/>
                </a:lnTo>
                <a:lnTo>
                  <a:pt x="3179660" y="3369056"/>
                </a:lnTo>
                <a:lnTo>
                  <a:pt x="3213029" y="3339339"/>
                </a:lnTo>
                <a:lnTo>
                  <a:pt x="3245695" y="3308863"/>
                </a:lnTo>
                <a:lnTo>
                  <a:pt x="3277644" y="3277644"/>
                </a:lnTo>
                <a:lnTo>
                  <a:pt x="3308863" y="3245695"/>
                </a:lnTo>
                <a:lnTo>
                  <a:pt x="3339339" y="3213029"/>
                </a:lnTo>
                <a:lnTo>
                  <a:pt x="3369056" y="3179660"/>
                </a:lnTo>
                <a:lnTo>
                  <a:pt x="3398001" y="3145603"/>
                </a:lnTo>
                <a:lnTo>
                  <a:pt x="3426162" y="3110870"/>
                </a:lnTo>
                <a:lnTo>
                  <a:pt x="3453523" y="3075475"/>
                </a:lnTo>
                <a:lnTo>
                  <a:pt x="3480072" y="3039433"/>
                </a:lnTo>
                <a:lnTo>
                  <a:pt x="3505794" y="3002756"/>
                </a:lnTo>
                <a:lnTo>
                  <a:pt x="3530676" y="2965459"/>
                </a:lnTo>
                <a:lnTo>
                  <a:pt x="3554703" y="2927556"/>
                </a:lnTo>
                <a:lnTo>
                  <a:pt x="3577863" y="2889060"/>
                </a:lnTo>
                <a:lnTo>
                  <a:pt x="3600141" y="2849985"/>
                </a:lnTo>
                <a:lnTo>
                  <a:pt x="3621525" y="2810345"/>
                </a:lnTo>
                <a:lnTo>
                  <a:pt x="3641999" y="2770153"/>
                </a:lnTo>
                <a:lnTo>
                  <a:pt x="3661550" y="2729423"/>
                </a:lnTo>
                <a:lnTo>
                  <a:pt x="3680164" y="2688169"/>
                </a:lnTo>
                <a:lnTo>
                  <a:pt x="3697829" y="2646405"/>
                </a:lnTo>
                <a:lnTo>
                  <a:pt x="3714529" y="2604144"/>
                </a:lnTo>
                <a:lnTo>
                  <a:pt x="3730252" y="2561401"/>
                </a:lnTo>
                <a:lnTo>
                  <a:pt x="3744983" y="2518189"/>
                </a:lnTo>
                <a:lnTo>
                  <a:pt x="3758708" y="2474521"/>
                </a:lnTo>
                <a:lnTo>
                  <a:pt x="3771415" y="2430411"/>
                </a:lnTo>
                <a:lnTo>
                  <a:pt x="3783089" y="2385874"/>
                </a:lnTo>
                <a:lnTo>
                  <a:pt x="3793716" y="2340923"/>
                </a:lnTo>
                <a:lnTo>
                  <a:pt x="3803283" y="2295572"/>
                </a:lnTo>
                <a:lnTo>
                  <a:pt x="3811776" y="2249834"/>
                </a:lnTo>
                <a:lnTo>
                  <a:pt x="3819182" y="2203723"/>
                </a:lnTo>
                <a:lnTo>
                  <a:pt x="3825485" y="2157253"/>
                </a:lnTo>
                <a:lnTo>
                  <a:pt x="3830674" y="2110438"/>
                </a:lnTo>
                <a:lnTo>
                  <a:pt x="3834733" y="2063291"/>
                </a:lnTo>
                <a:lnTo>
                  <a:pt x="3837650" y="2015827"/>
                </a:lnTo>
                <a:lnTo>
                  <a:pt x="3839410" y="1968058"/>
                </a:lnTo>
                <a:lnTo>
                  <a:pt x="3839999" y="1919999"/>
                </a:lnTo>
                <a:lnTo>
                  <a:pt x="3839410" y="1871941"/>
                </a:lnTo>
                <a:lnTo>
                  <a:pt x="3837650" y="1824172"/>
                </a:lnTo>
                <a:lnTo>
                  <a:pt x="3834733" y="1776708"/>
                </a:lnTo>
                <a:lnTo>
                  <a:pt x="3830674" y="1729561"/>
                </a:lnTo>
                <a:lnTo>
                  <a:pt x="3825485" y="1682746"/>
                </a:lnTo>
                <a:lnTo>
                  <a:pt x="3819182" y="1636276"/>
                </a:lnTo>
                <a:lnTo>
                  <a:pt x="3811776" y="1590165"/>
                </a:lnTo>
                <a:lnTo>
                  <a:pt x="3803283" y="1544427"/>
                </a:lnTo>
                <a:lnTo>
                  <a:pt x="3793716" y="1499076"/>
                </a:lnTo>
                <a:lnTo>
                  <a:pt x="3783089" y="1454125"/>
                </a:lnTo>
                <a:lnTo>
                  <a:pt x="3771415" y="1409587"/>
                </a:lnTo>
                <a:lnTo>
                  <a:pt x="3758708" y="1365478"/>
                </a:lnTo>
                <a:lnTo>
                  <a:pt x="3744983" y="1321810"/>
                </a:lnTo>
                <a:lnTo>
                  <a:pt x="3730252" y="1278598"/>
                </a:lnTo>
                <a:lnTo>
                  <a:pt x="3714529" y="1235855"/>
                </a:lnTo>
                <a:lnTo>
                  <a:pt x="3697829" y="1193594"/>
                </a:lnTo>
                <a:lnTo>
                  <a:pt x="3680164" y="1151830"/>
                </a:lnTo>
                <a:lnTo>
                  <a:pt x="3661550" y="1110576"/>
                </a:lnTo>
                <a:lnTo>
                  <a:pt x="3641999" y="1069846"/>
                </a:lnTo>
                <a:lnTo>
                  <a:pt x="3621525" y="1029654"/>
                </a:lnTo>
                <a:lnTo>
                  <a:pt x="3600141" y="990014"/>
                </a:lnTo>
                <a:lnTo>
                  <a:pt x="3577863" y="950939"/>
                </a:lnTo>
                <a:lnTo>
                  <a:pt x="3554703" y="912443"/>
                </a:lnTo>
                <a:lnTo>
                  <a:pt x="3530676" y="874539"/>
                </a:lnTo>
                <a:lnTo>
                  <a:pt x="3505794" y="837243"/>
                </a:lnTo>
                <a:lnTo>
                  <a:pt x="3480072" y="800566"/>
                </a:lnTo>
                <a:lnTo>
                  <a:pt x="3453523" y="764524"/>
                </a:lnTo>
                <a:lnTo>
                  <a:pt x="3426162" y="729129"/>
                </a:lnTo>
                <a:lnTo>
                  <a:pt x="3398001" y="694396"/>
                </a:lnTo>
                <a:lnTo>
                  <a:pt x="3369056" y="660339"/>
                </a:lnTo>
                <a:lnTo>
                  <a:pt x="3339339" y="626970"/>
                </a:lnTo>
                <a:lnTo>
                  <a:pt x="3308863" y="594304"/>
                </a:lnTo>
                <a:lnTo>
                  <a:pt x="3277644" y="562355"/>
                </a:lnTo>
                <a:lnTo>
                  <a:pt x="3245695" y="531135"/>
                </a:lnTo>
                <a:lnTo>
                  <a:pt x="3213029" y="500660"/>
                </a:lnTo>
                <a:lnTo>
                  <a:pt x="3179660" y="470943"/>
                </a:lnTo>
                <a:lnTo>
                  <a:pt x="3145603" y="441997"/>
                </a:lnTo>
                <a:lnTo>
                  <a:pt x="3110870" y="413837"/>
                </a:lnTo>
                <a:lnTo>
                  <a:pt x="3075475" y="386476"/>
                </a:lnTo>
                <a:lnTo>
                  <a:pt x="3039433" y="359927"/>
                </a:lnTo>
                <a:lnTo>
                  <a:pt x="3002756" y="334205"/>
                </a:lnTo>
                <a:lnTo>
                  <a:pt x="2965459" y="309323"/>
                </a:lnTo>
                <a:lnTo>
                  <a:pt x="2927556" y="285296"/>
                </a:lnTo>
                <a:lnTo>
                  <a:pt x="2889060" y="262136"/>
                </a:lnTo>
                <a:lnTo>
                  <a:pt x="2849985" y="239857"/>
                </a:lnTo>
                <a:lnTo>
                  <a:pt x="2810345" y="218474"/>
                </a:lnTo>
                <a:lnTo>
                  <a:pt x="2770153" y="198000"/>
                </a:lnTo>
                <a:lnTo>
                  <a:pt x="2729423" y="178449"/>
                </a:lnTo>
                <a:lnTo>
                  <a:pt x="2688169" y="159834"/>
                </a:lnTo>
                <a:lnTo>
                  <a:pt x="2646405" y="142170"/>
                </a:lnTo>
                <a:lnTo>
                  <a:pt x="2604144" y="125470"/>
                </a:lnTo>
                <a:lnTo>
                  <a:pt x="2561401" y="109747"/>
                </a:lnTo>
                <a:lnTo>
                  <a:pt x="2518189" y="95016"/>
                </a:lnTo>
                <a:lnTo>
                  <a:pt x="2474521" y="81290"/>
                </a:lnTo>
                <a:lnTo>
                  <a:pt x="2430411" y="68584"/>
                </a:lnTo>
                <a:lnTo>
                  <a:pt x="2385874" y="56910"/>
                </a:lnTo>
                <a:lnTo>
                  <a:pt x="2340923" y="46283"/>
                </a:lnTo>
                <a:lnTo>
                  <a:pt x="2295572" y="36715"/>
                </a:lnTo>
                <a:lnTo>
                  <a:pt x="2249834" y="28222"/>
                </a:lnTo>
                <a:lnTo>
                  <a:pt x="2203723" y="20817"/>
                </a:lnTo>
                <a:lnTo>
                  <a:pt x="2157253" y="14514"/>
                </a:lnTo>
                <a:lnTo>
                  <a:pt x="2110438" y="9325"/>
                </a:lnTo>
                <a:lnTo>
                  <a:pt x="2063291" y="5266"/>
                </a:lnTo>
                <a:lnTo>
                  <a:pt x="2015827" y="2349"/>
                </a:lnTo>
                <a:lnTo>
                  <a:pt x="1968058" y="589"/>
                </a:lnTo>
                <a:lnTo>
                  <a:pt x="1919999" y="0"/>
                </a:lnTo>
                <a:close/>
              </a:path>
            </a:pathLst>
          </a:custGeom>
          <a:solidFill>
            <a:srgbClr val="443DFF">
              <a:alpha val="7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2340000" y="3906000"/>
            <a:ext cx="2880360" cy="2880360"/>
          </a:xfrm>
          <a:custGeom>
            <a:avLst/>
            <a:gdLst/>
            <a:ahLst/>
            <a:cxnLst/>
            <a:rect l="l" t="t" r="r" b="b"/>
            <a:pathLst>
              <a:path w="2880360" h="2880359">
                <a:moveTo>
                  <a:pt x="1439999" y="0"/>
                </a:moveTo>
                <a:lnTo>
                  <a:pt x="1391500" y="801"/>
                </a:lnTo>
                <a:lnTo>
                  <a:pt x="1343403" y="3188"/>
                </a:lnTo>
                <a:lnTo>
                  <a:pt x="1295732" y="7136"/>
                </a:lnTo>
                <a:lnTo>
                  <a:pt x="1248513" y="12620"/>
                </a:lnTo>
                <a:lnTo>
                  <a:pt x="1201772" y="19613"/>
                </a:lnTo>
                <a:lnTo>
                  <a:pt x="1155532" y="28092"/>
                </a:lnTo>
                <a:lnTo>
                  <a:pt x="1109820" y="38031"/>
                </a:lnTo>
                <a:lnTo>
                  <a:pt x="1064661" y="49404"/>
                </a:lnTo>
                <a:lnTo>
                  <a:pt x="1020080" y="62187"/>
                </a:lnTo>
                <a:lnTo>
                  <a:pt x="976101" y="76355"/>
                </a:lnTo>
                <a:lnTo>
                  <a:pt x="932752" y="91881"/>
                </a:lnTo>
                <a:lnTo>
                  <a:pt x="890055" y="108741"/>
                </a:lnTo>
                <a:lnTo>
                  <a:pt x="848037" y="126910"/>
                </a:lnTo>
                <a:lnTo>
                  <a:pt x="806723" y="146363"/>
                </a:lnTo>
                <a:lnTo>
                  <a:pt x="766139" y="167074"/>
                </a:lnTo>
                <a:lnTo>
                  <a:pt x="726308" y="189018"/>
                </a:lnTo>
                <a:lnTo>
                  <a:pt x="687257" y="212169"/>
                </a:lnTo>
                <a:lnTo>
                  <a:pt x="649011" y="236504"/>
                </a:lnTo>
                <a:lnTo>
                  <a:pt x="611595" y="261996"/>
                </a:lnTo>
                <a:lnTo>
                  <a:pt x="575034" y="288620"/>
                </a:lnTo>
                <a:lnTo>
                  <a:pt x="539353" y="316351"/>
                </a:lnTo>
                <a:lnTo>
                  <a:pt x="504577" y="345165"/>
                </a:lnTo>
                <a:lnTo>
                  <a:pt x="470732" y="375035"/>
                </a:lnTo>
                <a:lnTo>
                  <a:pt x="437843" y="405936"/>
                </a:lnTo>
                <a:lnTo>
                  <a:pt x="405936" y="437844"/>
                </a:lnTo>
                <a:lnTo>
                  <a:pt x="375034" y="470733"/>
                </a:lnTo>
                <a:lnTo>
                  <a:pt x="345164" y="504578"/>
                </a:lnTo>
                <a:lnTo>
                  <a:pt x="316351" y="539353"/>
                </a:lnTo>
                <a:lnTo>
                  <a:pt x="288620" y="575034"/>
                </a:lnTo>
                <a:lnTo>
                  <a:pt x="261995" y="611595"/>
                </a:lnTo>
                <a:lnTo>
                  <a:pt x="236503" y="649012"/>
                </a:lnTo>
                <a:lnTo>
                  <a:pt x="212169" y="687258"/>
                </a:lnTo>
                <a:lnTo>
                  <a:pt x="189017" y="726309"/>
                </a:lnTo>
                <a:lnTo>
                  <a:pt x="167073" y="766139"/>
                </a:lnTo>
                <a:lnTo>
                  <a:pt x="146363" y="806724"/>
                </a:lnTo>
                <a:lnTo>
                  <a:pt x="126910" y="848038"/>
                </a:lnTo>
                <a:lnTo>
                  <a:pt x="108741" y="890056"/>
                </a:lnTo>
                <a:lnTo>
                  <a:pt x="91881" y="932752"/>
                </a:lnTo>
                <a:lnTo>
                  <a:pt x="76355" y="976102"/>
                </a:lnTo>
                <a:lnTo>
                  <a:pt x="62187" y="1020080"/>
                </a:lnTo>
                <a:lnTo>
                  <a:pt x="49404" y="1064661"/>
                </a:lnTo>
                <a:lnTo>
                  <a:pt x="38031" y="1109821"/>
                </a:lnTo>
                <a:lnTo>
                  <a:pt x="28092" y="1155533"/>
                </a:lnTo>
                <a:lnTo>
                  <a:pt x="19613" y="1201772"/>
                </a:lnTo>
                <a:lnTo>
                  <a:pt x="12620" y="1248514"/>
                </a:lnTo>
                <a:lnTo>
                  <a:pt x="7136" y="1295732"/>
                </a:lnTo>
                <a:lnTo>
                  <a:pt x="3188" y="1343403"/>
                </a:lnTo>
                <a:lnTo>
                  <a:pt x="801" y="1391500"/>
                </a:lnTo>
                <a:lnTo>
                  <a:pt x="0" y="1439999"/>
                </a:lnTo>
                <a:lnTo>
                  <a:pt x="801" y="1488498"/>
                </a:lnTo>
                <a:lnTo>
                  <a:pt x="3188" y="1536595"/>
                </a:lnTo>
                <a:lnTo>
                  <a:pt x="7136" y="1584266"/>
                </a:lnTo>
                <a:lnTo>
                  <a:pt x="12620" y="1631485"/>
                </a:lnTo>
                <a:lnTo>
                  <a:pt x="19613" y="1678227"/>
                </a:lnTo>
                <a:lnTo>
                  <a:pt x="28092" y="1724466"/>
                </a:lnTo>
                <a:lnTo>
                  <a:pt x="38031" y="1770178"/>
                </a:lnTo>
                <a:lnTo>
                  <a:pt x="49404" y="1815337"/>
                </a:lnTo>
                <a:lnTo>
                  <a:pt x="62187" y="1859919"/>
                </a:lnTo>
                <a:lnTo>
                  <a:pt x="76355" y="1903897"/>
                </a:lnTo>
                <a:lnTo>
                  <a:pt x="91881" y="1947247"/>
                </a:lnTo>
                <a:lnTo>
                  <a:pt x="108741" y="1989943"/>
                </a:lnTo>
                <a:lnTo>
                  <a:pt x="126910" y="2031961"/>
                </a:lnTo>
                <a:lnTo>
                  <a:pt x="146363" y="2073275"/>
                </a:lnTo>
                <a:lnTo>
                  <a:pt x="167073" y="2113860"/>
                </a:lnTo>
                <a:lnTo>
                  <a:pt x="189017" y="2153690"/>
                </a:lnTo>
                <a:lnTo>
                  <a:pt x="212169" y="2192741"/>
                </a:lnTo>
                <a:lnTo>
                  <a:pt x="236503" y="2230987"/>
                </a:lnTo>
                <a:lnTo>
                  <a:pt x="261995" y="2268404"/>
                </a:lnTo>
                <a:lnTo>
                  <a:pt x="288620" y="2304965"/>
                </a:lnTo>
                <a:lnTo>
                  <a:pt x="316351" y="2340646"/>
                </a:lnTo>
                <a:lnTo>
                  <a:pt x="345164" y="2375421"/>
                </a:lnTo>
                <a:lnTo>
                  <a:pt x="375034" y="2409266"/>
                </a:lnTo>
                <a:lnTo>
                  <a:pt x="405936" y="2442155"/>
                </a:lnTo>
                <a:lnTo>
                  <a:pt x="437843" y="2474063"/>
                </a:lnTo>
                <a:lnTo>
                  <a:pt x="470732" y="2504964"/>
                </a:lnTo>
                <a:lnTo>
                  <a:pt x="504577" y="2534834"/>
                </a:lnTo>
                <a:lnTo>
                  <a:pt x="539353" y="2563647"/>
                </a:lnTo>
                <a:lnTo>
                  <a:pt x="575034" y="2591379"/>
                </a:lnTo>
                <a:lnTo>
                  <a:pt x="611595" y="2618003"/>
                </a:lnTo>
                <a:lnTo>
                  <a:pt x="649011" y="2643495"/>
                </a:lnTo>
                <a:lnTo>
                  <a:pt x="687257" y="2667829"/>
                </a:lnTo>
                <a:lnTo>
                  <a:pt x="726308" y="2690981"/>
                </a:lnTo>
                <a:lnTo>
                  <a:pt x="766139" y="2712925"/>
                </a:lnTo>
                <a:lnTo>
                  <a:pt x="806723" y="2733636"/>
                </a:lnTo>
                <a:lnTo>
                  <a:pt x="848037" y="2753088"/>
                </a:lnTo>
                <a:lnTo>
                  <a:pt x="890055" y="2771257"/>
                </a:lnTo>
                <a:lnTo>
                  <a:pt x="932752" y="2788117"/>
                </a:lnTo>
                <a:lnTo>
                  <a:pt x="976101" y="2803644"/>
                </a:lnTo>
                <a:lnTo>
                  <a:pt x="1020080" y="2817811"/>
                </a:lnTo>
                <a:lnTo>
                  <a:pt x="1064661" y="2830594"/>
                </a:lnTo>
                <a:lnTo>
                  <a:pt x="1109820" y="2841967"/>
                </a:lnTo>
                <a:lnTo>
                  <a:pt x="1155532" y="2851906"/>
                </a:lnTo>
                <a:lnTo>
                  <a:pt x="1201772" y="2860385"/>
                </a:lnTo>
                <a:lnTo>
                  <a:pt x="1248513" y="2867379"/>
                </a:lnTo>
                <a:lnTo>
                  <a:pt x="1295732" y="2872862"/>
                </a:lnTo>
                <a:lnTo>
                  <a:pt x="1343403" y="2876810"/>
                </a:lnTo>
                <a:lnTo>
                  <a:pt x="1391500" y="2879197"/>
                </a:lnTo>
                <a:lnTo>
                  <a:pt x="1439999" y="2879999"/>
                </a:lnTo>
                <a:lnTo>
                  <a:pt x="1488498" y="2879197"/>
                </a:lnTo>
                <a:lnTo>
                  <a:pt x="1536595" y="2876810"/>
                </a:lnTo>
                <a:lnTo>
                  <a:pt x="1584266" y="2872862"/>
                </a:lnTo>
                <a:lnTo>
                  <a:pt x="1631485" y="2867379"/>
                </a:lnTo>
                <a:lnTo>
                  <a:pt x="1678227" y="2860385"/>
                </a:lnTo>
                <a:lnTo>
                  <a:pt x="1724466" y="2851906"/>
                </a:lnTo>
                <a:lnTo>
                  <a:pt x="1770178" y="2841967"/>
                </a:lnTo>
                <a:lnTo>
                  <a:pt x="1815337" y="2830594"/>
                </a:lnTo>
                <a:lnTo>
                  <a:pt x="1859919" y="2817811"/>
                </a:lnTo>
                <a:lnTo>
                  <a:pt x="1903897" y="2803644"/>
                </a:lnTo>
                <a:lnTo>
                  <a:pt x="1947247" y="2788117"/>
                </a:lnTo>
                <a:lnTo>
                  <a:pt x="1989943" y="2771257"/>
                </a:lnTo>
                <a:lnTo>
                  <a:pt x="2031961" y="2753088"/>
                </a:lnTo>
                <a:lnTo>
                  <a:pt x="2073275" y="2733636"/>
                </a:lnTo>
                <a:lnTo>
                  <a:pt x="2113860" y="2712925"/>
                </a:lnTo>
                <a:lnTo>
                  <a:pt x="2153690" y="2690981"/>
                </a:lnTo>
                <a:lnTo>
                  <a:pt x="2192741" y="2667829"/>
                </a:lnTo>
                <a:lnTo>
                  <a:pt x="2230987" y="2643495"/>
                </a:lnTo>
                <a:lnTo>
                  <a:pt x="2268404" y="2618003"/>
                </a:lnTo>
                <a:lnTo>
                  <a:pt x="2304965" y="2591379"/>
                </a:lnTo>
                <a:lnTo>
                  <a:pt x="2340646" y="2563647"/>
                </a:lnTo>
                <a:lnTo>
                  <a:pt x="2375421" y="2534834"/>
                </a:lnTo>
                <a:lnTo>
                  <a:pt x="2409266" y="2504964"/>
                </a:lnTo>
                <a:lnTo>
                  <a:pt x="2442155" y="2474063"/>
                </a:lnTo>
                <a:lnTo>
                  <a:pt x="2474063" y="2442155"/>
                </a:lnTo>
                <a:lnTo>
                  <a:pt x="2504964" y="2409266"/>
                </a:lnTo>
                <a:lnTo>
                  <a:pt x="2534834" y="2375421"/>
                </a:lnTo>
                <a:lnTo>
                  <a:pt x="2563647" y="2340646"/>
                </a:lnTo>
                <a:lnTo>
                  <a:pt x="2591379" y="2304965"/>
                </a:lnTo>
                <a:lnTo>
                  <a:pt x="2618003" y="2268404"/>
                </a:lnTo>
                <a:lnTo>
                  <a:pt x="2643495" y="2230987"/>
                </a:lnTo>
                <a:lnTo>
                  <a:pt x="2667829" y="2192741"/>
                </a:lnTo>
                <a:lnTo>
                  <a:pt x="2690981" y="2153690"/>
                </a:lnTo>
                <a:lnTo>
                  <a:pt x="2712925" y="2113860"/>
                </a:lnTo>
                <a:lnTo>
                  <a:pt x="2733636" y="2073275"/>
                </a:lnTo>
                <a:lnTo>
                  <a:pt x="2753088" y="2031961"/>
                </a:lnTo>
                <a:lnTo>
                  <a:pt x="2771257" y="1989943"/>
                </a:lnTo>
                <a:lnTo>
                  <a:pt x="2788117" y="1947247"/>
                </a:lnTo>
                <a:lnTo>
                  <a:pt x="2803644" y="1903897"/>
                </a:lnTo>
                <a:lnTo>
                  <a:pt x="2817811" y="1859919"/>
                </a:lnTo>
                <a:lnTo>
                  <a:pt x="2830594" y="1815337"/>
                </a:lnTo>
                <a:lnTo>
                  <a:pt x="2841967" y="1770178"/>
                </a:lnTo>
                <a:lnTo>
                  <a:pt x="2851906" y="1724466"/>
                </a:lnTo>
                <a:lnTo>
                  <a:pt x="2860385" y="1678227"/>
                </a:lnTo>
                <a:lnTo>
                  <a:pt x="2867379" y="1631485"/>
                </a:lnTo>
                <a:lnTo>
                  <a:pt x="2872862" y="1584266"/>
                </a:lnTo>
                <a:lnTo>
                  <a:pt x="2876810" y="1536595"/>
                </a:lnTo>
                <a:lnTo>
                  <a:pt x="2879197" y="1488498"/>
                </a:lnTo>
                <a:lnTo>
                  <a:pt x="2879999" y="1439999"/>
                </a:lnTo>
                <a:lnTo>
                  <a:pt x="2879197" y="1391500"/>
                </a:lnTo>
                <a:lnTo>
                  <a:pt x="2876810" y="1343403"/>
                </a:lnTo>
                <a:lnTo>
                  <a:pt x="2872862" y="1295732"/>
                </a:lnTo>
                <a:lnTo>
                  <a:pt x="2867379" y="1248514"/>
                </a:lnTo>
                <a:lnTo>
                  <a:pt x="2860385" y="1201772"/>
                </a:lnTo>
                <a:lnTo>
                  <a:pt x="2851906" y="1155533"/>
                </a:lnTo>
                <a:lnTo>
                  <a:pt x="2841967" y="1109821"/>
                </a:lnTo>
                <a:lnTo>
                  <a:pt x="2830594" y="1064661"/>
                </a:lnTo>
                <a:lnTo>
                  <a:pt x="2817811" y="1020080"/>
                </a:lnTo>
                <a:lnTo>
                  <a:pt x="2803644" y="976102"/>
                </a:lnTo>
                <a:lnTo>
                  <a:pt x="2788117" y="932752"/>
                </a:lnTo>
                <a:lnTo>
                  <a:pt x="2771257" y="890056"/>
                </a:lnTo>
                <a:lnTo>
                  <a:pt x="2753088" y="848038"/>
                </a:lnTo>
                <a:lnTo>
                  <a:pt x="2733636" y="806724"/>
                </a:lnTo>
                <a:lnTo>
                  <a:pt x="2712925" y="766139"/>
                </a:lnTo>
                <a:lnTo>
                  <a:pt x="2690981" y="726309"/>
                </a:lnTo>
                <a:lnTo>
                  <a:pt x="2667829" y="687258"/>
                </a:lnTo>
                <a:lnTo>
                  <a:pt x="2643495" y="649012"/>
                </a:lnTo>
                <a:lnTo>
                  <a:pt x="2618003" y="611595"/>
                </a:lnTo>
                <a:lnTo>
                  <a:pt x="2591379" y="575034"/>
                </a:lnTo>
                <a:lnTo>
                  <a:pt x="2563647" y="539353"/>
                </a:lnTo>
                <a:lnTo>
                  <a:pt x="2534834" y="504578"/>
                </a:lnTo>
                <a:lnTo>
                  <a:pt x="2504964" y="470733"/>
                </a:lnTo>
                <a:lnTo>
                  <a:pt x="2474063" y="437844"/>
                </a:lnTo>
                <a:lnTo>
                  <a:pt x="2442155" y="405936"/>
                </a:lnTo>
                <a:lnTo>
                  <a:pt x="2409266" y="375035"/>
                </a:lnTo>
                <a:lnTo>
                  <a:pt x="2375421" y="345165"/>
                </a:lnTo>
                <a:lnTo>
                  <a:pt x="2340646" y="316351"/>
                </a:lnTo>
                <a:lnTo>
                  <a:pt x="2304965" y="288620"/>
                </a:lnTo>
                <a:lnTo>
                  <a:pt x="2268404" y="261996"/>
                </a:lnTo>
                <a:lnTo>
                  <a:pt x="2230987" y="236504"/>
                </a:lnTo>
                <a:lnTo>
                  <a:pt x="2192741" y="212169"/>
                </a:lnTo>
                <a:lnTo>
                  <a:pt x="2153690" y="189018"/>
                </a:lnTo>
                <a:lnTo>
                  <a:pt x="2113860" y="167074"/>
                </a:lnTo>
                <a:lnTo>
                  <a:pt x="2073275" y="146363"/>
                </a:lnTo>
                <a:lnTo>
                  <a:pt x="2031961" y="126910"/>
                </a:lnTo>
                <a:lnTo>
                  <a:pt x="1989943" y="108741"/>
                </a:lnTo>
                <a:lnTo>
                  <a:pt x="1947247" y="91881"/>
                </a:lnTo>
                <a:lnTo>
                  <a:pt x="1903897" y="76355"/>
                </a:lnTo>
                <a:lnTo>
                  <a:pt x="1859919" y="62187"/>
                </a:lnTo>
                <a:lnTo>
                  <a:pt x="1815337" y="49404"/>
                </a:lnTo>
                <a:lnTo>
                  <a:pt x="1770178" y="38031"/>
                </a:lnTo>
                <a:lnTo>
                  <a:pt x="1724466" y="28092"/>
                </a:lnTo>
                <a:lnTo>
                  <a:pt x="1678227" y="19613"/>
                </a:lnTo>
                <a:lnTo>
                  <a:pt x="1631485" y="12620"/>
                </a:lnTo>
                <a:lnTo>
                  <a:pt x="1584266" y="7136"/>
                </a:lnTo>
                <a:lnTo>
                  <a:pt x="1536595" y="3188"/>
                </a:lnTo>
                <a:lnTo>
                  <a:pt x="1488498" y="801"/>
                </a:lnTo>
                <a:lnTo>
                  <a:pt x="1439999" y="0"/>
                </a:lnTo>
                <a:close/>
              </a:path>
            </a:pathLst>
          </a:custGeom>
          <a:solidFill>
            <a:srgbClr val="443DFF">
              <a:alpha val="53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2819999" y="4386000"/>
            <a:ext cx="1920239" cy="1920239"/>
          </a:xfrm>
          <a:custGeom>
            <a:avLst/>
            <a:gdLst/>
            <a:ahLst/>
            <a:cxnLst/>
            <a:rect l="l" t="t" r="r" b="b"/>
            <a:pathLst>
              <a:path w="1920239" h="1920239">
                <a:moveTo>
                  <a:pt x="960000" y="0"/>
                </a:moveTo>
                <a:lnTo>
                  <a:pt x="912086" y="1174"/>
                </a:lnTo>
                <a:lnTo>
                  <a:pt x="864781" y="4662"/>
                </a:lnTo>
                <a:lnTo>
                  <a:pt x="818138" y="10408"/>
                </a:lnTo>
                <a:lnTo>
                  <a:pt x="772214" y="18357"/>
                </a:lnTo>
                <a:lnTo>
                  <a:pt x="727063" y="28455"/>
                </a:lnTo>
                <a:lnTo>
                  <a:pt x="682739" y="40645"/>
                </a:lnTo>
                <a:lnTo>
                  <a:pt x="639299" y="54873"/>
                </a:lnTo>
                <a:lnTo>
                  <a:pt x="596797" y="71085"/>
                </a:lnTo>
                <a:lnTo>
                  <a:pt x="555288" y="89224"/>
                </a:lnTo>
                <a:lnTo>
                  <a:pt x="514827" y="109237"/>
                </a:lnTo>
                <a:lnTo>
                  <a:pt x="475470" y="131067"/>
                </a:lnTo>
                <a:lnTo>
                  <a:pt x="437270" y="154661"/>
                </a:lnTo>
                <a:lnTo>
                  <a:pt x="400283" y="179963"/>
                </a:lnTo>
                <a:lnTo>
                  <a:pt x="364565" y="206918"/>
                </a:lnTo>
                <a:lnTo>
                  <a:pt x="330169" y="235471"/>
                </a:lnTo>
                <a:lnTo>
                  <a:pt x="297152" y="265567"/>
                </a:lnTo>
                <a:lnTo>
                  <a:pt x="265568" y="297151"/>
                </a:lnTo>
                <a:lnTo>
                  <a:pt x="235472" y="330169"/>
                </a:lnTo>
                <a:lnTo>
                  <a:pt x="206919" y="364564"/>
                </a:lnTo>
                <a:lnTo>
                  <a:pt x="179964" y="400282"/>
                </a:lnTo>
                <a:lnTo>
                  <a:pt x="154662" y="437269"/>
                </a:lnTo>
                <a:lnTo>
                  <a:pt x="131068" y="475469"/>
                </a:lnTo>
                <a:lnTo>
                  <a:pt x="109237" y="514826"/>
                </a:lnTo>
                <a:lnTo>
                  <a:pt x="89224" y="555287"/>
                </a:lnTo>
                <a:lnTo>
                  <a:pt x="71085" y="596796"/>
                </a:lnTo>
                <a:lnTo>
                  <a:pt x="54873" y="639298"/>
                </a:lnTo>
                <a:lnTo>
                  <a:pt x="40645" y="682738"/>
                </a:lnTo>
                <a:lnTo>
                  <a:pt x="28455" y="727061"/>
                </a:lnTo>
                <a:lnTo>
                  <a:pt x="18358" y="772213"/>
                </a:lnTo>
                <a:lnTo>
                  <a:pt x="10408" y="818137"/>
                </a:lnTo>
                <a:lnTo>
                  <a:pt x="4662" y="864780"/>
                </a:lnTo>
                <a:lnTo>
                  <a:pt x="1174" y="912085"/>
                </a:lnTo>
                <a:lnTo>
                  <a:pt x="0" y="959999"/>
                </a:lnTo>
                <a:lnTo>
                  <a:pt x="1174" y="1007913"/>
                </a:lnTo>
                <a:lnTo>
                  <a:pt x="4662" y="1055218"/>
                </a:lnTo>
                <a:lnTo>
                  <a:pt x="10408" y="1101861"/>
                </a:lnTo>
                <a:lnTo>
                  <a:pt x="18358" y="1147785"/>
                </a:lnTo>
                <a:lnTo>
                  <a:pt x="28455" y="1192936"/>
                </a:lnTo>
                <a:lnTo>
                  <a:pt x="40645" y="1237260"/>
                </a:lnTo>
                <a:lnTo>
                  <a:pt x="54873" y="1280700"/>
                </a:lnTo>
                <a:lnTo>
                  <a:pt x="71085" y="1323202"/>
                </a:lnTo>
                <a:lnTo>
                  <a:pt x="89224" y="1364711"/>
                </a:lnTo>
                <a:lnTo>
                  <a:pt x="109237" y="1405172"/>
                </a:lnTo>
                <a:lnTo>
                  <a:pt x="131068" y="1444529"/>
                </a:lnTo>
                <a:lnTo>
                  <a:pt x="154662" y="1482729"/>
                </a:lnTo>
                <a:lnTo>
                  <a:pt x="179964" y="1519716"/>
                </a:lnTo>
                <a:lnTo>
                  <a:pt x="206919" y="1555434"/>
                </a:lnTo>
                <a:lnTo>
                  <a:pt x="235472" y="1589830"/>
                </a:lnTo>
                <a:lnTo>
                  <a:pt x="265568" y="1622847"/>
                </a:lnTo>
                <a:lnTo>
                  <a:pt x="297152" y="1654431"/>
                </a:lnTo>
                <a:lnTo>
                  <a:pt x="330169" y="1684527"/>
                </a:lnTo>
                <a:lnTo>
                  <a:pt x="364565" y="1713080"/>
                </a:lnTo>
                <a:lnTo>
                  <a:pt x="400283" y="1740035"/>
                </a:lnTo>
                <a:lnTo>
                  <a:pt x="437270" y="1765337"/>
                </a:lnTo>
                <a:lnTo>
                  <a:pt x="475470" y="1788931"/>
                </a:lnTo>
                <a:lnTo>
                  <a:pt x="514827" y="1810762"/>
                </a:lnTo>
                <a:lnTo>
                  <a:pt x="555288" y="1830775"/>
                </a:lnTo>
                <a:lnTo>
                  <a:pt x="596797" y="1848914"/>
                </a:lnTo>
                <a:lnTo>
                  <a:pt x="639299" y="1865126"/>
                </a:lnTo>
                <a:lnTo>
                  <a:pt x="682739" y="1879354"/>
                </a:lnTo>
                <a:lnTo>
                  <a:pt x="727063" y="1891544"/>
                </a:lnTo>
                <a:lnTo>
                  <a:pt x="772214" y="1901641"/>
                </a:lnTo>
                <a:lnTo>
                  <a:pt x="818138" y="1909591"/>
                </a:lnTo>
                <a:lnTo>
                  <a:pt x="864781" y="1915337"/>
                </a:lnTo>
                <a:lnTo>
                  <a:pt x="912086" y="1918825"/>
                </a:lnTo>
                <a:lnTo>
                  <a:pt x="960000" y="1919999"/>
                </a:lnTo>
                <a:lnTo>
                  <a:pt x="1007914" y="1918825"/>
                </a:lnTo>
                <a:lnTo>
                  <a:pt x="1055219" y="1915337"/>
                </a:lnTo>
                <a:lnTo>
                  <a:pt x="1101862" y="1909591"/>
                </a:lnTo>
                <a:lnTo>
                  <a:pt x="1147786" y="1901641"/>
                </a:lnTo>
                <a:lnTo>
                  <a:pt x="1192938" y="1891544"/>
                </a:lnTo>
                <a:lnTo>
                  <a:pt x="1237261" y="1879354"/>
                </a:lnTo>
                <a:lnTo>
                  <a:pt x="1280701" y="1865126"/>
                </a:lnTo>
                <a:lnTo>
                  <a:pt x="1323203" y="1848914"/>
                </a:lnTo>
                <a:lnTo>
                  <a:pt x="1364712" y="1830775"/>
                </a:lnTo>
                <a:lnTo>
                  <a:pt x="1405173" y="1810762"/>
                </a:lnTo>
                <a:lnTo>
                  <a:pt x="1444530" y="1788931"/>
                </a:lnTo>
                <a:lnTo>
                  <a:pt x="1482730" y="1765337"/>
                </a:lnTo>
                <a:lnTo>
                  <a:pt x="1519716" y="1740035"/>
                </a:lnTo>
                <a:lnTo>
                  <a:pt x="1555435" y="1713080"/>
                </a:lnTo>
                <a:lnTo>
                  <a:pt x="1589830" y="1684527"/>
                </a:lnTo>
                <a:lnTo>
                  <a:pt x="1622848" y="1654431"/>
                </a:lnTo>
                <a:lnTo>
                  <a:pt x="1654432" y="1622847"/>
                </a:lnTo>
                <a:lnTo>
                  <a:pt x="1684528" y="1589830"/>
                </a:lnTo>
                <a:lnTo>
                  <a:pt x="1713081" y="1555434"/>
                </a:lnTo>
                <a:lnTo>
                  <a:pt x="1740036" y="1519716"/>
                </a:lnTo>
                <a:lnTo>
                  <a:pt x="1765338" y="1482729"/>
                </a:lnTo>
                <a:lnTo>
                  <a:pt x="1788931" y="1444529"/>
                </a:lnTo>
                <a:lnTo>
                  <a:pt x="1810762" y="1405172"/>
                </a:lnTo>
                <a:lnTo>
                  <a:pt x="1830775" y="1364711"/>
                </a:lnTo>
                <a:lnTo>
                  <a:pt x="1848914" y="1323202"/>
                </a:lnTo>
                <a:lnTo>
                  <a:pt x="1865126" y="1280700"/>
                </a:lnTo>
                <a:lnTo>
                  <a:pt x="1879354" y="1237260"/>
                </a:lnTo>
                <a:lnTo>
                  <a:pt x="1891544" y="1192936"/>
                </a:lnTo>
                <a:lnTo>
                  <a:pt x="1901642" y="1147785"/>
                </a:lnTo>
                <a:lnTo>
                  <a:pt x="1909591" y="1101861"/>
                </a:lnTo>
                <a:lnTo>
                  <a:pt x="1915337" y="1055218"/>
                </a:lnTo>
                <a:lnTo>
                  <a:pt x="1918825" y="1007913"/>
                </a:lnTo>
                <a:lnTo>
                  <a:pt x="1919999" y="959999"/>
                </a:lnTo>
                <a:lnTo>
                  <a:pt x="1918825" y="912085"/>
                </a:lnTo>
                <a:lnTo>
                  <a:pt x="1915337" y="864780"/>
                </a:lnTo>
                <a:lnTo>
                  <a:pt x="1909591" y="818137"/>
                </a:lnTo>
                <a:lnTo>
                  <a:pt x="1901642" y="772213"/>
                </a:lnTo>
                <a:lnTo>
                  <a:pt x="1891544" y="727061"/>
                </a:lnTo>
                <a:lnTo>
                  <a:pt x="1879354" y="682738"/>
                </a:lnTo>
                <a:lnTo>
                  <a:pt x="1865126" y="639298"/>
                </a:lnTo>
                <a:lnTo>
                  <a:pt x="1848914" y="596796"/>
                </a:lnTo>
                <a:lnTo>
                  <a:pt x="1830775" y="555287"/>
                </a:lnTo>
                <a:lnTo>
                  <a:pt x="1810762" y="514826"/>
                </a:lnTo>
                <a:lnTo>
                  <a:pt x="1788931" y="475469"/>
                </a:lnTo>
                <a:lnTo>
                  <a:pt x="1765338" y="437269"/>
                </a:lnTo>
                <a:lnTo>
                  <a:pt x="1740036" y="400282"/>
                </a:lnTo>
                <a:lnTo>
                  <a:pt x="1713081" y="364564"/>
                </a:lnTo>
                <a:lnTo>
                  <a:pt x="1684528" y="330169"/>
                </a:lnTo>
                <a:lnTo>
                  <a:pt x="1654432" y="297151"/>
                </a:lnTo>
                <a:lnTo>
                  <a:pt x="1622848" y="265567"/>
                </a:lnTo>
                <a:lnTo>
                  <a:pt x="1589830" y="235471"/>
                </a:lnTo>
                <a:lnTo>
                  <a:pt x="1555435" y="206918"/>
                </a:lnTo>
                <a:lnTo>
                  <a:pt x="1519716" y="179963"/>
                </a:lnTo>
                <a:lnTo>
                  <a:pt x="1482730" y="154661"/>
                </a:lnTo>
                <a:lnTo>
                  <a:pt x="1444530" y="131067"/>
                </a:lnTo>
                <a:lnTo>
                  <a:pt x="1405173" y="109237"/>
                </a:lnTo>
                <a:lnTo>
                  <a:pt x="1364712" y="89224"/>
                </a:lnTo>
                <a:lnTo>
                  <a:pt x="1323203" y="71085"/>
                </a:lnTo>
                <a:lnTo>
                  <a:pt x="1280701" y="54873"/>
                </a:lnTo>
                <a:lnTo>
                  <a:pt x="1237261" y="40645"/>
                </a:lnTo>
                <a:lnTo>
                  <a:pt x="1192938" y="28455"/>
                </a:lnTo>
                <a:lnTo>
                  <a:pt x="1147786" y="18357"/>
                </a:lnTo>
                <a:lnTo>
                  <a:pt x="1101862" y="10408"/>
                </a:lnTo>
                <a:lnTo>
                  <a:pt x="1055219" y="4662"/>
                </a:lnTo>
                <a:lnTo>
                  <a:pt x="1007914" y="1174"/>
                </a:lnTo>
                <a:lnTo>
                  <a:pt x="960000" y="0"/>
                </a:lnTo>
                <a:close/>
              </a:path>
            </a:pathLst>
          </a:custGeom>
          <a:solidFill>
            <a:srgbClr val="443DFF">
              <a:alpha val="35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3299999" y="4865999"/>
            <a:ext cx="960119" cy="960119"/>
          </a:xfrm>
          <a:custGeom>
            <a:avLst/>
            <a:gdLst/>
            <a:ahLst/>
            <a:cxnLst/>
            <a:rect l="l" t="t" r="r" b="b"/>
            <a:pathLst>
              <a:path w="960120" h="960120">
                <a:moveTo>
                  <a:pt x="480000" y="0"/>
                </a:moveTo>
                <a:lnTo>
                  <a:pt x="430922" y="2478"/>
                </a:lnTo>
                <a:lnTo>
                  <a:pt x="383263" y="9751"/>
                </a:lnTo>
                <a:lnTo>
                  <a:pt x="337262" y="21579"/>
                </a:lnTo>
                <a:lnTo>
                  <a:pt x="293162" y="37720"/>
                </a:lnTo>
                <a:lnTo>
                  <a:pt x="251203" y="57933"/>
                </a:lnTo>
                <a:lnTo>
                  <a:pt x="211627" y="81976"/>
                </a:lnTo>
                <a:lnTo>
                  <a:pt x="174675" y="109609"/>
                </a:lnTo>
                <a:lnTo>
                  <a:pt x="140588" y="140589"/>
                </a:lnTo>
                <a:lnTo>
                  <a:pt x="109608" y="174675"/>
                </a:lnTo>
                <a:lnTo>
                  <a:pt x="81976" y="211627"/>
                </a:lnTo>
                <a:lnTo>
                  <a:pt x="57933" y="251204"/>
                </a:lnTo>
                <a:lnTo>
                  <a:pt x="37720" y="293162"/>
                </a:lnTo>
                <a:lnTo>
                  <a:pt x="21579" y="337263"/>
                </a:lnTo>
                <a:lnTo>
                  <a:pt x="9751" y="383263"/>
                </a:lnTo>
                <a:lnTo>
                  <a:pt x="2478" y="430923"/>
                </a:lnTo>
                <a:lnTo>
                  <a:pt x="0" y="480000"/>
                </a:lnTo>
                <a:lnTo>
                  <a:pt x="2478" y="529077"/>
                </a:lnTo>
                <a:lnTo>
                  <a:pt x="9751" y="576737"/>
                </a:lnTo>
                <a:lnTo>
                  <a:pt x="21579" y="622737"/>
                </a:lnTo>
                <a:lnTo>
                  <a:pt x="37720" y="666838"/>
                </a:lnTo>
                <a:lnTo>
                  <a:pt x="57933" y="708797"/>
                </a:lnTo>
                <a:lnTo>
                  <a:pt x="81976" y="748373"/>
                </a:lnTo>
                <a:lnTo>
                  <a:pt x="109608" y="785325"/>
                </a:lnTo>
                <a:lnTo>
                  <a:pt x="140588" y="819411"/>
                </a:lnTo>
                <a:lnTo>
                  <a:pt x="174675" y="850392"/>
                </a:lnTo>
                <a:lnTo>
                  <a:pt x="211627" y="878024"/>
                </a:lnTo>
                <a:lnTo>
                  <a:pt x="251203" y="902067"/>
                </a:lnTo>
                <a:lnTo>
                  <a:pt x="293162" y="922279"/>
                </a:lnTo>
                <a:lnTo>
                  <a:pt x="337262" y="938420"/>
                </a:lnTo>
                <a:lnTo>
                  <a:pt x="383263" y="950248"/>
                </a:lnTo>
                <a:lnTo>
                  <a:pt x="430922" y="957522"/>
                </a:lnTo>
                <a:lnTo>
                  <a:pt x="480000" y="960000"/>
                </a:lnTo>
                <a:lnTo>
                  <a:pt x="529077" y="957522"/>
                </a:lnTo>
                <a:lnTo>
                  <a:pt x="576736" y="950248"/>
                </a:lnTo>
                <a:lnTo>
                  <a:pt x="622737" y="938420"/>
                </a:lnTo>
                <a:lnTo>
                  <a:pt x="666837" y="922279"/>
                </a:lnTo>
                <a:lnTo>
                  <a:pt x="708796" y="902067"/>
                </a:lnTo>
                <a:lnTo>
                  <a:pt x="748372" y="878024"/>
                </a:lnTo>
                <a:lnTo>
                  <a:pt x="785324" y="850392"/>
                </a:lnTo>
                <a:lnTo>
                  <a:pt x="819411" y="819411"/>
                </a:lnTo>
                <a:lnTo>
                  <a:pt x="850391" y="785325"/>
                </a:lnTo>
                <a:lnTo>
                  <a:pt x="878023" y="748373"/>
                </a:lnTo>
                <a:lnTo>
                  <a:pt x="902067" y="708797"/>
                </a:lnTo>
                <a:lnTo>
                  <a:pt x="922279" y="666838"/>
                </a:lnTo>
                <a:lnTo>
                  <a:pt x="938420" y="622737"/>
                </a:lnTo>
                <a:lnTo>
                  <a:pt x="950248" y="576737"/>
                </a:lnTo>
                <a:lnTo>
                  <a:pt x="957522" y="529077"/>
                </a:lnTo>
                <a:lnTo>
                  <a:pt x="960000" y="480000"/>
                </a:lnTo>
                <a:lnTo>
                  <a:pt x="957522" y="430923"/>
                </a:lnTo>
                <a:lnTo>
                  <a:pt x="950248" y="383263"/>
                </a:lnTo>
                <a:lnTo>
                  <a:pt x="938420" y="337263"/>
                </a:lnTo>
                <a:lnTo>
                  <a:pt x="922279" y="293162"/>
                </a:lnTo>
                <a:lnTo>
                  <a:pt x="902067" y="251204"/>
                </a:lnTo>
                <a:lnTo>
                  <a:pt x="878023" y="211627"/>
                </a:lnTo>
                <a:lnTo>
                  <a:pt x="850391" y="174675"/>
                </a:lnTo>
                <a:lnTo>
                  <a:pt x="819411" y="140589"/>
                </a:lnTo>
                <a:lnTo>
                  <a:pt x="785324" y="109609"/>
                </a:lnTo>
                <a:lnTo>
                  <a:pt x="748372" y="81976"/>
                </a:lnTo>
                <a:lnTo>
                  <a:pt x="708796" y="57933"/>
                </a:lnTo>
                <a:lnTo>
                  <a:pt x="666837" y="37720"/>
                </a:lnTo>
                <a:lnTo>
                  <a:pt x="622737" y="21579"/>
                </a:lnTo>
                <a:lnTo>
                  <a:pt x="576736" y="9751"/>
                </a:lnTo>
                <a:lnTo>
                  <a:pt x="529077" y="2478"/>
                </a:lnTo>
                <a:lnTo>
                  <a:pt x="480000" y="0"/>
                </a:lnTo>
                <a:close/>
              </a:path>
            </a:pathLst>
          </a:custGeom>
          <a:solidFill>
            <a:srgbClr val="443DFF">
              <a:alpha val="17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443DFF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26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483DFC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251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4B3EFA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378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4E3FF8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504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513FF6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630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5440F4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755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5741F2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882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5A42F0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008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5E42EE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1133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6143EC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260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6444EA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1386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6744E8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511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6A45E6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1638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6D46E4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1763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7146E1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1890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7447DF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2016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7748DD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2141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7A48DB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2268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7D49D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2393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804AD7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2519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834BD5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2646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874BD3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2771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8A4CD1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2898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8D4DCF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3023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904DCD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3150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934ECB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3276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964FC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3401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9A4FC6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3528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9D50C4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3653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A051C2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3780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A351C0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3906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A652BE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4031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A953BC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4158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AC54BA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4283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B054B8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4410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B355B6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4536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B656B4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4661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B956B2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4788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BC57B0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4913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BF58AE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5040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C358AC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5166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C659A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5291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C95AA7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5418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CC5AA5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5543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CF5BA3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bg object 83"/>
          <p:cNvSpPr/>
          <p:nvPr/>
        </p:nvSpPr>
        <p:spPr>
          <a:xfrm>
            <a:off x="5669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D25CA1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5796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D55D9F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5921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D95D9D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bg object 86"/>
          <p:cNvSpPr/>
          <p:nvPr/>
        </p:nvSpPr>
        <p:spPr>
          <a:xfrm>
            <a:off x="6048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DC5E9B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6173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DF5F9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bg object 88"/>
          <p:cNvSpPr/>
          <p:nvPr/>
        </p:nvSpPr>
        <p:spPr>
          <a:xfrm>
            <a:off x="6300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4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E25F97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bg object 89"/>
          <p:cNvSpPr/>
          <p:nvPr/>
        </p:nvSpPr>
        <p:spPr>
          <a:xfrm>
            <a:off x="6426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E56095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6551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E86193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6678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EC6191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6803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EF628E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6929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F2638C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7056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F5638A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7181999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F86488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7308000" y="0"/>
            <a:ext cx="132715" cy="108585"/>
          </a:xfrm>
          <a:custGeom>
            <a:avLst/>
            <a:gdLst/>
            <a:ahLst/>
            <a:cxnLst/>
            <a:rect l="l" t="t" r="r" b="b"/>
            <a:pathLst>
              <a:path w="132715" h="108585">
                <a:moveTo>
                  <a:pt x="132350" y="0"/>
                </a:moveTo>
                <a:lnTo>
                  <a:pt x="0" y="0"/>
                </a:lnTo>
                <a:lnTo>
                  <a:pt x="0" y="107999"/>
                </a:lnTo>
                <a:lnTo>
                  <a:pt x="132350" y="107999"/>
                </a:lnTo>
                <a:lnTo>
                  <a:pt x="132350" y="0"/>
                </a:lnTo>
                <a:close/>
              </a:path>
            </a:pathLst>
          </a:custGeom>
          <a:solidFill>
            <a:srgbClr val="FB6586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7433999" y="0"/>
            <a:ext cx="126364" cy="108585"/>
          </a:xfrm>
          <a:custGeom>
            <a:avLst/>
            <a:gdLst/>
            <a:ahLst/>
            <a:cxnLst/>
            <a:rect l="l" t="t" r="r" b="b"/>
            <a:pathLst>
              <a:path w="126365" h="108585">
                <a:moveTo>
                  <a:pt x="0" y="0"/>
                </a:moveTo>
                <a:lnTo>
                  <a:pt x="0" y="108000"/>
                </a:lnTo>
                <a:lnTo>
                  <a:pt x="126000" y="108000"/>
                </a:lnTo>
                <a:lnTo>
                  <a:pt x="12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6684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0" y="10404000"/>
            <a:ext cx="7560309" cy="288290"/>
          </a:xfrm>
          <a:custGeom>
            <a:avLst/>
            <a:gdLst/>
            <a:ahLst/>
            <a:cxnLst/>
            <a:rect l="l" t="t" r="r" b="b"/>
            <a:pathLst>
              <a:path w="7560309" h="288290">
                <a:moveTo>
                  <a:pt x="7560000" y="0"/>
                </a:moveTo>
                <a:lnTo>
                  <a:pt x="0" y="0"/>
                </a:lnTo>
                <a:lnTo>
                  <a:pt x="0" y="288000"/>
                </a:lnTo>
                <a:lnTo>
                  <a:pt x="7560000" y="288000"/>
                </a:lnTo>
                <a:lnTo>
                  <a:pt x="7560000" y="0"/>
                </a:lnTo>
                <a:close/>
              </a:path>
            </a:pathLst>
          </a:custGeom>
          <a:solidFill>
            <a:srgbClr val="443DFF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0548" y="1538084"/>
            <a:ext cx="4538980" cy="8375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E8E8E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991514" y="10508821"/>
            <a:ext cx="1615439" cy="125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6B6B8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Login</a:t>
            </a:r>
            <a:r>
              <a:rPr spc="-5" dirty="0"/>
              <a:t> </a:t>
            </a:r>
            <a:r>
              <a:rPr dirty="0"/>
              <a:t>&amp;</a:t>
            </a:r>
            <a:r>
              <a:rPr spc="-5" dirty="0"/>
              <a:t> </a:t>
            </a:r>
            <a:r>
              <a:rPr dirty="0"/>
              <a:t>Registration</a:t>
            </a:r>
            <a:r>
              <a:rPr spc="-5" dirty="0"/>
              <a:t> </a:t>
            </a:r>
            <a:r>
              <a:rPr dirty="0"/>
              <a:t>System</a:t>
            </a:r>
            <a:r>
              <a:rPr spc="190" dirty="0"/>
              <a:t> </a:t>
            </a:r>
            <a:r>
              <a:rPr dirty="0"/>
              <a:t>//</a:t>
            </a:r>
            <a:r>
              <a:rPr spc="190" dirty="0"/>
              <a:t> </a:t>
            </a:r>
            <a:r>
              <a:rPr dirty="0"/>
              <a:t>Page</a:t>
            </a:r>
            <a:r>
              <a:rPr spc="-5" dirty="0"/>
              <a:t> 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60988" y="1219900"/>
            <a:ext cx="30480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 dirty="0">
                <a:solidFill>
                  <a:srgbClr val="443DFF"/>
                </a:solidFill>
                <a:latin typeface="MS Gothic"/>
                <a:cs typeface="MS Gothic"/>
              </a:rPr>
              <a:t>■</a:t>
            </a:r>
            <a:endParaRPr sz="2200">
              <a:latin typeface="MS Gothic"/>
              <a:cs typeface="MS Gothic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0548" y="1538084"/>
            <a:ext cx="4538980" cy="621965"/>
          </a:xfrm>
          <a:prstGeom prst="rect">
            <a:avLst/>
          </a:prstGeom>
        </p:spPr>
        <p:txBody>
          <a:bodyPr vert="horz" wrap="square" lIns="0" tIns="2197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30"/>
              </a:spcBef>
            </a:pPr>
            <a:r>
              <a:rPr dirty="0"/>
              <a:t>Login</a:t>
            </a:r>
            <a:r>
              <a:rPr spc="-55" dirty="0"/>
              <a:t> </a:t>
            </a:r>
            <a:r>
              <a:rPr dirty="0"/>
              <a:t>&amp;</a:t>
            </a:r>
            <a:r>
              <a:rPr spc="-50" dirty="0"/>
              <a:t> </a:t>
            </a:r>
            <a:r>
              <a:rPr dirty="0"/>
              <a:t>Registration</a:t>
            </a:r>
            <a:r>
              <a:rPr spc="-50" dirty="0"/>
              <a:t> </a:t>
            </a:r>
            <a:r>
              <a:rPr spc="-10" dirty="0"/>
              <a:t>System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19999" y="2510474"/>
            <a:ext cx="6120130" cy="19050"/>
            <a:chOff x="719999" y="2510474"/>
            <a:chExt cx="6120130" cy="19050"/>
          </a:xfrm>
        </p:grpSpPr>
        <p:sp>
          <p:nvSpPr>
            <p:cNvPr id="5" name="object 5"/>
            <p:cNvSpPr/>
            <p:nvPr/>
          </p:nvSpPr>
          <p:spPr>
            <a:xfrm>
              <a:off x="719999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4">
                  <a:moveTo>
                    <a:pt x="0" y="0"/>
                  </a:moveTo>
                  <a:lnTo>
                    <a:pt x="153000" y="0"/>
                  </a:lnTo>
                </a:path>
              </a:pathLst>
            </a:custGeom>
            <a:ln w="19050">
              <a:solidFill>
                <a:srgbClr val="443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73000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4">
                  <a:moveTo>
                    <a:pt x="0" y="0"/>
                  </a:moveTo>
                  <a:lnTo>
                    <a:pt x="152999" y="0"/>
                  </a:lnTo>
                </a:path>
              </a:pathLst>
            </a:custGeom>
            <a:ln w="19050">
              <a:solidFill>
                <a:srgbClr val="493E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25999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4">
                  <a:moveTo>
                    <a:pt x="0" y="0"/>
                  </a:moveTo>
                  <a:lnTo>
                    <a:pt x="153000" y="0"/>
                  </a:lnTo>
                </a:path>
              </a:pathLst>
            </a:custGeom>
            <a:ln w="19050">
              <a:solidFill>
                <a:srgbClr val="4E3F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79000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4">
                  <a:moveTo>
                    <a:pt x="0" y="0"/>
                  </a:moveTo>
                  <a:lnTo>
                    <a:pt x="153000" y="0"/>
                  </a:lnTo>
                </a:path>
              </a:pathLst>
            </a:custGeom>
            <a:ln w="19050">
              <a:solidFill>
                <a:srgbClr val="5240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32000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4">
                  <a:moveTo>
                    <a:pt x="0" y="0"/>
                  </a:moveTo>
                  <a:lnTo>
                    <a:pt x="152999" y="0"/>
                  </a:lnTo>
                </a:path>
              </a:pathLst>
            </a:custGeom>
            <a:ln w="19050">
              <a:solidFill>
                <a:srgbClr val="5741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84999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3000" y="0"/>
                  </a:lnTo>
                </a:path>
              </a:pathLst>
            </a:custGeom>
            <a:ln w="19050">
              <a:solidFill>
                <a:srgbClr val="5C4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38000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2999" y="0"/>
                  </a:lnTo>
                </a:path>
              </a:pathLst>
            </a:custGeom>
            <a:ln w="19050">
              <a:solidFill>
                <a:srgbClr val="6043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90999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3000" y="0"/>
                  </a:lnTo>
                </a:path>
              </a:pathLst>
            </a:custGeom>
            <a:ln w="19050">
              <a:solidFill>
                <a:srgbClr val="6544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44000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2999" y="0"/>
                  </a:lnTo>
                </a:path>
              </a:pathLst>
            </a:custGeom>
            <a:ln w="19050">
              <a:solidFill>
                <a:srgbClr val="6A45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96999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3000" y="0"/>
                  </a:lnTo>
                </a:path>
              </a:pathLst>
            </a:custGeom>
            <a:ln w="19050">
              <a:solidFill>
                <a:srgbClr val="6E46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250000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2999" y="0"/>
                  </a:lnTo>
                </a:path>
              </a:pathLst>
            </a:custGeom>
            <a:ln w="19050">
              <a:solidFill>
                <a:srgbClr val="7347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02999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2999" y="0"/>
                  </a:lnTo>
                </a:path>
              </a:pathLst>
            </a:custGeom>
            <a:ln w="19050">
              <a:solidFill>
                <a:srgbClr val="7848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55999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3000" y="0"/>
                  </a:lnTo>
                </a:path>
              </a:pathLst>
            </a:custGeom>
            <a:ln w="19050">
              <a:solidFill>
                <a:srgbClr val="7C49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09000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2999" y="0"/>
                  </a:lnTo>
                </a:path>
              </a:pathLst>
            </a:custGeom>
            <a:ln w="19050">
              <a:solidFill>
                <a:srgbClr val="814A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61999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3000" y="0"/>
                  </a:lnTo>
                </a:path>
              </a:pathLst>
            </a:custGeom>
            <a:ln w="19050">
              <a:solidFill>
                <a:srgbClr val="864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15000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2999" y="0"/>
                  </a:lnTo>
                </a:path>
              </a:pathLst>
            </a:custGeom>
            <a:ln w="19050">
              <a:solidFill>
                <a:srgbClr val="8A4C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67999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3000" y="0"/>
                  </a:lnTo>
                </a:path>
              </a:pathLst>
            </a:custGeom>
            <a:ln w="19050">
              <a:solidFill>
                <a:srgbClr val="8F4D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321000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2999" y="0"/>
                  </a:lnTo>
                </a:path>
              </a:pathLst>
            </a:custGeom>
            <a:ln w="19050">
              <a:solidFill>
                <a:srgbClr val="934E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473999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3000" y="0"/>
                  </a:lnTo>
                </a:path>
              </a:pathLst>
            </a:custGeom>
            <a:ln w="19050">
              <a:solidFill>
                <a:srgbClr val="984F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627000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2999" y="0"/>
                  </a:lnTo>
                </a:path>
              </a:pathLst>
            </a:custGeom>
            <a:ln w="19050">
              <a:solidFill>
                <a:srgbClr val="9D50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779999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2999" y="0"/>
                  </a:lnTo>
                </a:path>
              </a:pathLst>
            </a:custGeom>
            <a:ln w="19050">
              <a:solidFill>
                <a:srgbClr val="A15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932999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3000" y="0"/>
                  </a:lnTo>
                </a:path>
              </a:pathLst>
            </a:custGeom>
            <a:ln w="19050">
              <a:solidFill>
                <a:srgbClr val="A652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86000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2999" y="0"/>
                  </a:lnTo>
                </a:path>
              </a:pathLst>
            </a:custGeom>
            <a:ln w="19050">
              <a:solidFill>
                <a:srgbClr val="AB53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238999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3000" y="0"/>
                  </a:lnTo>
                </a:path>
              </a:pathLst>
            </a:custGeom>
            <a:ln w="19050">
              <a:solidFill>
                <a:srgbClr val="AF54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392000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2999" y="0"/>
                  </a:lnTo>
                </a:path>
              </a:pathLst>
            </a:custGeom>
            <a:ln w="19050">
              <a:solidFill>
                <a:srgbClr val="B455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44999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3000" y="0"/>
                  </a:lnTo>
                </a:path>
              </a:pathLst>
            </a:custGeom>
            <a:ln w="19050">
              <a:solidFill>
                <a:srgbClr val="B956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698000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2999" y="0"/>
                  </a:lnTo>
                </a:path>
              </a:pathLst>
            </a:custGeom>
            <a:ln w="19050">
              <a:solidFill>
                <a:srgbClr val="BD57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851000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2999" y="0"/>
                  </a:lnTo>
                </a:path>
              </a:pathLst>
            </a:custGeom>
            <a:ln w="19050">
              <a:solidFill>
                <a:srgbClr val="C258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003999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3000" y="0"/>
                  </a:lnTo>
                </a:path>
              </a:pathLst>
            </a:custGeom>
            <a:ln w="19050">
              <a:solidFill>
                <a:srgbClr val="C759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157000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2999" y="0"/>
                  </a:lnTo>
                </a:path>
              </a:pathLst>
            </a:custGeom>
            <a:ln w="19050">
              <a:solidFill>
                <a:srgbClr val="CB5A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309999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3000" y="0"/>
                  </a:lnTo>
                </a:path>
              </a:pathLst>
            </a:custGeom>
            <a:ln w="19050">
              <a:solidFill>
                <a:srgbClr val="D05B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463000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2999" y="0"/>
                  </a:lnTo>
                </a:path>
              </a:pathLst>
            </a:custGeom>
            <a:ln w="19050">
              <a:solidFill>
                <a:srgbClr val="D55C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615999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3000" y="0"/>
                  </a:lnTo>
                </a:path>
              </a:pathLst>
            </a:custGeom>
            <a:ln w="19050">
              <a:solidFill>
                <a:srgbClr val="D95D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769000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2999" y="0"/>
                  </a:lnTo>
                </a:path>
              </a:pathLst>
            </a:custGeom>
            <a:ln w="19050">
              <a:solidFill>
                <a:srgbClr val="DE5E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921999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3000" y="0"/>
                  </a:lnTo>
                </a:path>
              </a:pathLst>
            </a:custGeom>
            <a:ln w="19050">
              <a:solidFill>
                <a:srgbClr val="E35F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075000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2999" y="0"/>
                  </a:lnTo>
                </a:path>
              </a:pathLst>
            </a:custGeom>
            <a:ln w="19050">
              <a:solidFill>
                <a:srgbClr val="E760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227999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2999" y="0"/>
                  </a:lnTo>
                </a:path>
              </a:pathLst>
            </a:custGeom>
            <a:ln w="19050">
              <a:solidFill>
                <a:srgbClr val="EC61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380999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4">
                  <a:moveTo>
                    <a:pt x="0" y="0"/>
                  </a:moveTo>
                  <a:lnTo>
                    <a:pt x="153000" y="0"/>
                  </a:lnTo>
                </a:path>
              </a:pathLst>
            </a:custGeom>
            <a:ln w="19050">
              <a:solidFill>
                <a:srgbClr val="F16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534000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4">
                  <a:moveTo>
                    <a:pt x="0" y="0"/>
                  </a:moveTo>
                  <a:lnTo>
                    <a:pt x="152999" y="0"/>
                  </a:lnTo>
                </a:path>
              </a:pathLst>
            </a:custGeom>
            <a:ln w="19050">
              <a:solidFill>
                <a:srgbClr val="F563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686999" y="2519999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4">
                  <a:moveTo>
                    <a:pt x="0" y="0"/>
                  </a:moveTo>
                  <a:lnTo>
                    <a:pt x="153000" y="0"/>
                  </a:lnTo>
                </a:path>
              </a:pathLst>
            </a:custGeom>
            <a:ln w="19050">
              <a:solidFill>
                <a:srgbClr val="FA64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2099810" y="2706399"/>
            <a:ext cx="445770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700" dirty="0">
              <a:latin typeface="Arial"/>
              <a:cs typeface="Arial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534920" y="4062920"/>
            <a:ext cx="6491605" cy="1594485"/>
            <a:chOff x="534920" y="4062920"/>
            <a:chExt cx="6491605" cy="1594485"/>
          </a:xfrm>
        </p:grpSpPr>
        <p:sp>
          <p:nvSpPr>
            <p:cNvPr id="74" name="object 74"/>
            <p:cNvSpPr/>
            <p:nvPr/>
          </p:nvSpPr>
          <p:spPr>
            <a:xfrm>
              <a:off x="540000" y="4068000"/>
              <a:ext cx="6480175" cy="1584325"/>
            </a:xfrm>
            <a:custGeom>
              <a:avLst/>
              <a:gdLst/>
              <a:ahLst/>
              <a:cxnLst/>
              <a:rect l="l" t="t" r="r" b="b"/>
              <a:pathLst>
                <a:path w="6480175" h="1584325">
                  <a:moveTo>
                    <a:pt x="6335999" y="0"/>
                  </a:moveTo>
                  <a:lnTo>
                    <a:pt x="143999" y="0"/>
                  </a:lnTo>
                  <a:lnTo>
                    <a:pt x="98456" y="7334"/>
                  </a:lnTo>
                  <a:lnTo>
                    <a:pt x="58923" y="27762"/>
                  </a:lnTo>
                  <a:lnTo>
                    <a:pt x="27762" y="58923"/>
                  </a:lnTo>
                  <a:lnTo>
                    <a:pt x="7334" y="98456"/>
                  </a:lnTo>
                  <a:lnTo>
                    <a:pt x="0" y="144000"/>
                  </a:lnTo>
                  <a:lnTo>
                    <a:pt x="0" y="1439999"/>
                  </a:lnTo>
                  <a:lnTo>
                    <a:pt x="7334" y="1485543"/>
                  </a:lnTo>
                  <a:lnTo>
                    <a:pt x="27762" y="1525076"/>
                  </a:lnTo>
                  <a:lnTo>
                    <a:pt x="58923" y="1556237"/>
                  </a:lnTo>
                  <a:lnTo>
                    <a:pt x="98456" y="1576665"/>
                  </a:lnTo>
                  <a:lnTo>
                    <a:pt x="143999" y="1583999"/>
                  </a:lnTo>
                  <a:lnTo>
                    <a:pt x="6335999" y="1583999"/>
                  </a:lnTo>
                  <a:lnTo>
                    <a:pt x="6381543" y="1576665"/>
                  </a:lnTo>
                  <a:lnTo>
                    <a:pt x="6421076" y="1556237"/>
                  </a:lnTo>
                  <a:lnTo>
                    <a:pt x="6452237" y="1525076"/>
                  </a:lnTo>
                  <a:lnTo>
                    <a:pt x="6472665" y="1485543"/>
                  </a:lnTo>
                  <a:lnTo>
                    <a:pt x="6479999" y="1439999"/>
                  </a:lnTo>
                  <a:lnTo>
                    <a:pt x="6479999" y="144000"/>
                  </a:lnTo>
                  <a:lnTo>
                    <a:pt x="6472665" y="98456"/>
                  </a:lnTo>
                  <a:lnTo>
                    <a:pt x="6452237" y="58923"/>
                  </a:lnTo>
                  <a:lnTo>
                    <a:pt x="6421076" y="27762"/>
                  </a:lnTo>
                  <a:lnTo>
                    <a:pt x="6381543" y="7334"/>
                  </a:lnTo>
                  <a:lnTo>
                    <a:pt x="6335999" y="0"/>
                  </a:lnTo>
                  <a:close/>
                </a:path>
              </a:pathLst>
            </a:custGeom>
            <a:solidFill>
              <a:srgbClr val="111121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40000" y="4068000"/>
              <a:ext cx="6480175" cy="1584325"/>
            </a:xfrm>
            <a:custGeom>
              <a:avLst/>
              <a:gdLst/>
              <a:ahLst/>
              <a:cxnLst/>
              <a:rect l="l" t="t" r="r" b="b"/>
              <a:pathLst>
                <a:path w="6480175" h="1584325">
                  <a:moveTo>
                    <a:pt x="143999" y="1583999"/>
                  </a:moveTo>
                  <a:lnTo>
                    <a:pt x="6335999" y="1583999"/>
                  </a:lnTo>
                  <a:lnTo>
                    <a:pt x="6381543" y="1576665"/>
                  </a:lnTo>
                  <a:lnTo>
                    <a:pt x="6421076" y="1556237"/>
                  </a:lnTo>
                  <a:lnTo>
                    <a:pt x="6452237" y="1525076"/>
                  </a:lnTo>
                  <a:lnTo>
                    <a:pt x="6472665" y="1485543"/>
                  </a:lnTo>
                  <a:lnTo>
                    <a:pt x="6479999" y="1439999"/>
                  </a:lnTo>
                  <a:lnTo>
                    <a:pt x="6479999" y="144000"/>
                  </a:lnTo>
                  <a:lnTo>
                    <a:pt x="6472665" y="98456"/>
                  </a:lnTo>
                  <a:lnTo>
                    <a:pt x="6452237" y="58923"/>
                  </a:lnTo>
                  <a:lnTo>
                    <a:pt x="6421076" y="27762"/>
                  </a:lnTo>
                  <a:lnTo>
                    <a:pt x="6381543" y="7334"/>
                  </a:lnTo>
                  <a:lnTo>
                    <a:pt x="6335999" y="0"/>
                  </a:lnTo>
                  <a:lnTo>
                    <a:pt x="143999" y="0"/>
                  </a:lnTo>
                  <a:lnTo>
                    <a:pt x="98456" y="7334"/>
                  </a:lnTo>
                  <a:lnTo>
                    <a:pt x="58923" y="27762"/>
                  </a:lnTo>
                  <a:lnTo>
                    <a:pt x="27762" y="58923"/>
                  </a:lnTo>
                  <a:lnTo>
                    <a:pt x="7334" y="98456"/>
                  </a:lnTo>
                  <a:lnTo>
                    <a:pt x="0" y="144000"/>
                  </a:lnTo>
                  <a:lnTo>
                    <a:pt x="0" y="1439999"/>
                  </a:lnTo>
                  <a:lnTo>
                    <a:pt x="7334" y="1485543"/>
                  </a:lnTo>
                  <a:lnTo>
                    <a:pt x="27762" y="1525076"/>
                  </a:lnTo>
                  <a:lnTo>
                    <a:pt x="58923" y="1556237"/>
                  </a:lnTo>
                  <a:lnTo>
                    <a:pt x="98456" y="1576665"/>
                  </a:lnTo>
                  <a:lnTo>
                    <a:pt x="143999" y="1583999"/>
                  </a:lnTo>
                  <a:close/>
                </a:path>
              </a:pathLst>
            </a:custGeom>
            <a:ln w="10160">
              <a:solidFill>
                <a:srgbClr val="1E1E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40000" y="4068000"/>
              <a:ext cx="222885" cy="43815"/>
            </a:xfrm>
            <a:custGeom>
              <a:avLst/>
              <a:gdLst/>
              <a:ahLst/>
              <a:cxnLst/>
              <a:rect l="l" t="t" r="r" b="b"/>
              <a:pathLst>
                <a:path w="222884" h="43814">
                  <a:moveTo>
                    <a:pt x="222349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222349" y="43200"/>
                  </a:lnTo>
                  <a:lnTo>
                    <a:pt x="222349" y="0"/>
                  </a:lnTo>
                  <a:close/>
                </a:path>
              </a:pathLst>
            </a:custGeom>
            <a:solidFill>
              <a:srgbClr val="443DFF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56000" y="4068000"/>
              <a:ext cx="222885" cy="43815"/>
            </a:xfrm>
            <a:custGeom>
              <a:avLst/>
              <a:gdLst/>
              <a:ahLst/>
              <a:cxnLst/>
              <a:rect l="l" t="t" r="r" b="b"/>
              <a:pathLst>
                <a:path w="222884" h="43814">
                  <a:moveTo>
                    <a:pt x="222349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222349" y="43200"/>
                  </a:lnTo>
                  <a:lnTo>
                    <a:pt x="222349" y="0"/>
                  </a:lnTo>
                  <a:close/>
                </a:path>
              </a:pathLst>
            </a:custGeom>
            <a:solidFill>
              <a:srgbClr val="4B3EFA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971999" y="4068000"/>
              <a:ext cx="222885" cy="43815"/>
            </a:xfrm>
            <a:custGeom>
              <a:avLst/>
              <a:gdLst/>
              <a:ahLst/>
              <a:cxnLst/>
              <a:rect l="l" t="t" r="r" b="b"/>
              <a:pathLst>
                <a:path w="222884" h="43814">
                  <a:moveTo>
                    <a:pt x="222349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222349" y="43200"/>
                  </a:lnTo>
                  <a:lnTo>
                    <a:pt x="222349" y="0"/>
                  </a:lnTo>
                  <a:close/>
                </a:path>
              </a:pathLst>
            </a:custGeom>
            <a:solidFill>
              <a:srgbClr val="513FF6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188000" y="4068000"/>
              <a:ext cx="222885" cy="43815"/>
            </a:xfrm>
            <a:custGeom>
              <a:avLst/>
              <a:gdLst/>
              <a:ahLst/>
              <a:cxnLst/>
              <a:rect l="l" t="t" r="r" b="b"/>
              <a:pathLst>
                <a:path w="222884" h="43814">
                  <a:moveTo>
                    <a:pt x="222349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222349" y="43200"/>
                  </a:lnTo>
                  <a:lnTo>
                    <a:pt x="222349" y="0"/>
                  </a:lnTo>
                  <a:close/>
                </a:path>
              </a:pathLst>
            </a:custGeom>
            <a:solidFill>
              <a:srgbClr val="5741F2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404000" y="4068000"/>
              <a:ext cx="222885" cy="43815"/>
            </a:xfrm>
            <a:custGeom>
              <a:avLst/>
              <a:gdLst/>
              <a:ahLst/>
              <a:cxnLst/>
              <a:rect l="l" t="t" r="r" b="b"/>
              <a:pathLst>
                <a:path w="222885" h="43814">
                  <a:moveTo>
                    <a:pt x="222349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222349" y="43200"/>
                  </a:lnTo>
                  <a:lnTo>
                    <a:pt x="222349" y="0"/>
                  </a:lnTo>
                  <a:close/>
                </a:path>
              </a:pathLst>
            </a:custGeom>
            <a:solidFill>
              <a:srgbClr val="5D42EE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620000" y="4068000"/>
              <a:ext cx="222885" cy="43815"/>
            </a:xfrm>
            <a:custGeom>
              <a:avLst/>
              <a:gdLst/>
              <a:ahLst/>
              <a:cxnLst/>
              <a:rect l="l" t="t" r="r" b="b"/>
              <a:pathLst>
                <a:path w="222885" h="43814">
                  <a:moveTo>
                    <a:pt x="222349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222349" y="43200"/>
                  </a:lnTo>
                  <a:lnTo>
                    <a:pt x="222349" y="0"/>
                  </a:lnTo>
                  <a:close/>
                </a:path>
              </a:pathLst>
            </a:custGeom>
            <a:solidFill>
              <a:srgbClr val="6344EA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835999" y="4068000"/>
              <a:ext cx="222885" cy="43815"/>
            </a:xfrm>
            <a:custGeom>
              <a:avLst/>
              <a:gdLst/>
              <a:ahLst/>
              <a:cxnLst/>
              <a:rect l="l" t="t" r="r" b="b"/>
              <a:pathLst>
                <a:path w="222885" h="43814">
                  <a:moveTo>
                    <a:pt x="222349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222349" y="43200"/>
                  </a:lnTo>
                  <a:lnTo>
                    <a:pt x="222349" y="0"/>
                  </a:lnTo>
                  <a:close/>
                </a:path>
              </a:pathLst>
            </a:custGeom>
            <a:solidFill>
              <a:srgbClr val="6A45E6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051999" y="4068000"/>
              <a:ext cx="222885" cy="43815"/>
            </a:xfrm>
            <a:custGeom>
              <a:avLst/>
              <a:gdLst/>
              <a:ahLst/>
              <a:cxnLst/>
              <a:rect l="l" t="t" r="r" b="b"/>
              <a:pathLst>
                <a:path w="222885" h="43814">
                  <a:moveTo>
                    <a:pt x="222349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222349" y="43200"/>
                  </a:lnTo>
                  <a:lnTo>
                    <a:pt x="222349" y="0"/>
                  </a:lnTo>
                  <a:close/>
                </a:path>
              </a:pathLst>
            </a:custGeom>
            <a:solidFill>
              <a:srgbClr val="7046E2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268000" y="4068000"/>
              <a:ext cx="222885" cy="43815"/>
            </a:xfrm>
            <a:custGeom>
              <a:avLst/>
              <a:gdLst/>
              <a:ahLst/>
              <a:cxnLst/>
              <a:rect l="l" t="t" r="r" b="b"/>
              <a:pathLst>
                <a:path w="222885" h="43814">
                  <a:moveTo>
                    <a:pt x="222349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222349" y="43200"/>
                  </a:lnTo>
                  <a:lnTo>
                    <a:pt x="222349" y="0"/>
                  </a:lnTo>
                  <a:close/>
                </a:path>
              </a:pathLst>
            </a:custGeom>
            <a:solidFill>
              <a:srgbClr val="7648DE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2484000" y="4068000"/>
              <a:ext cx="222885" cy="43815"/>
            </a:xfrm>
            <a:custGeom>
              <a:avLst/>
              <a:gdLst/>
              <a:ahLst/>
              <a:cxnLst/>
              <a:rect l="l" t="t" r="r" b="b"/>
              <a:pathLst>
                <a:path w="222885" h="43814">
                  <a:moveTo>
                    <a:pt x="222349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222349" y="43200"/>
                  </a:lnTo>
                  <a:lnTo>
                    <a:pt x="222349" y="0"/>
                  </a:lnTo>
                  <a:close/>
                </a:path>
              </a:pathLst>
            </a:custGeom>
            <a:solidFill>
              <a:srgbClr val="7C49DA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2699999" y="4068000"/>
              <a:ext cx="222885" cy="43815"/>
            </a:xfrm>
            <a:custGeom>
              <a:avLst/>
              <a:gdLst/>
              <a:ahLst/>
              <a:cxnLst/>
              <a:rect l="l" t="t" r="r" b="b"/>
              <a:pathLst>
                <a:path w="222885" h="43814">
                  <a:moveTo>
                    <a:pt x="222349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222349" y="43200"/>
                  </a:lnTo>
                  <a:lnTo>
                    <a:pt x="222349" y="0"/>
                  </a:lnTo>
                  <a:close/>
                </a:path>
              </a:pathLst>
            </a:custGeom>
            <a:solidFill>
              <a:srgbClr val="824AD6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2915999" y="4068000"/>
              <a:ext cx="222885" cy="43815"/>
            </a:xfrm>
            <a:custGeom>
              <a:avLst/>
              <a:gdLst/>
              <a:ahLst/>
              <a:cxnLst/>
              <a:rect l="l" t="t" r="r" b="b"/>
              <a:pathLst>
                <a:path w="222885" h="43814">
                  <a:moveTo>
                    <a:pt x="222349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222349" y="43200"/>
                  </a:lnTo>
                  <a:lnTo>
                    <a:pt x="222349" y="0"/>
                  </a:lnTo>
                  <a:close/>
                </a:path>
              </a:pathLst>
            </a:custGeom>
            <a:solidFill>
              <a:srgbClr val="894CD2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132000" y="4068000"/>
              <a:ext cx="222885" cy="43815"/>
            </a:xfrm>
            <a:custGeom>
              <a:avLst/>
              <a:gdLst/>
              <a:ahLst/>
              <a:cxnLst/>
              <a:rect l="l" t="t" r="r" b="b"/>
              <a:pathLst>
                <a:path w="222885" h="43814">
                  <a:moveTo>
                    <a:pt x="222349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222349" y="43200"/>
                  </a:lnTo>
                  <a:lnTo>
                    <a:pt x="222349" y="0"/>
                  </a:lnTo>
                  <a:close/>
                </a:path>
              </a:pathLst>
            </a:custGeom>
            <a:solidFill>
              <a:srgbClr val="8F4DCE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347999" y="4068000"/>
              <a:ext cx="222885" cy="43815"/>
            </a:xfrm>
            <a:custGeom>
              <a:avLst/>
              <a:gdLst/>
              <a:ahLst/>
              <a:cxnLst/>
              <a:rect l="l" t="t" r="r" b="b"/>
              <a:pathLst>
                <a:path w="222885" h="43814">
                  <a:moveTo>
                    <a:pt x="222349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222349" y="43200"/>
                  </a:lnTo>
                  <a:lnTo>
                    <a:pt x="222349" y="0"/>
                  </a:lnTo>
                  <a:close/>
                </a:path>
              </a:pathLst>
            </a:custGeom>
            <a:solidFill>
              <a:srgbClr val="954EC9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563999" y="4068000"/>
              <a:ext cx="222885" cy="43815"/>
            </a:xfrm>
            <a:custGeom>
              <a:avLst/>
              <a:gdLst/>
              <a:ahLst/>
              <a:cxnLst/>
              <a:rect l="l" t="t" r="r" b="b"/>
              <a:pathLst>
                <a:path w="222885" h="43814">
                  <a:moveTo>
                    <a:pt x="222349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222349" y="43200"/>
                  </a:lnTo>
                  <a:lnTo>
                    <a:pt x="222349" y="0"/>
                  </a:lnTo>
                  <a:close/>
                </a:path>
              </a:pathLst>
            </a:custGeom>
            <a:solidFill>
              <a:srgbClr val="9B50C5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780000" y="4068000"/>
              <a:ext cx="222885" cy="43815"/>
            </a:xfrm>
            <a:custGeom>
              <a:avLst/>
              <a:gdLst/>
              <a:ahLst/>
              <a:cxnLst/>
              <a:rect l="l" t="t" r="r" b="b"/>
              <a:pathLst>
                <a:path w="222885" h="43814">
                  <a:moveTo>
                    <a:pt x="222349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222349" y="43200"/>
                  </a:lnTo>
                  <a:lnTo>
                    <a:pt x="222349" y="0"/>
                  </a:lnTo>
                  <a:close/>
                </a:path>
              </a:pathLst>
            </a:custGeom>
            <a:solidFill>
              <a:srgbClr val="A151C1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3996000" y="4068000"/>
              <a:ext cx="222885" cy="43815"/>
            </a:xfrm>
            <a:custGeom>
              <a:avLst/>
              <a:gdLst/>
              <a:ahLst/>
              <a:cxnLst/>
              <a:rect l="l" t="t" r="r" b="b"/>
              <a:pathLst>
                <a:path w="222885" h="43814">
                  <a:moveTo>
                    <a:pt x="222349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222349" y="43200"/>
                  </a:lnTo>
                  <a:lnTo>
                    <a:pt x="222349" y="0"/>
                  </a:lnTo>
                  <a:close/>
                </a:path>
              </a:pathLst>
            </a:custGeom>
            <a:solidFill>
              <a:srgbClr val="A852BD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4211999" y="4068000"/>
              <a:ext cx="222885" cy="43815"/>
            </a:xfrm>
            <a:custGeom>
              <a:avLst/>
              <a:gdLst/>
              <a:ahLst/>
              <a:cxnLst/>
              <a:rect l="l" t="t" r="r" b="b"/>
              <a:pathLst>
                <a:path w="222885" h="43814">
                  <a:moveTo>
                    <a:pt x="222349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222349" y="43200"/>
                  </a:lnTo>
                  <a:lnTo>
                    <a:pt x="222349" y="0"/>
                  </a:lnTo>
                  <a:close/>
                </a:path>
              </a:pathLst>
            </a:custGeom>
            <a:solidFill>
              <a:srgbClr val="AE54B9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4427999" y="4068000"/>
              <a:ext cx="222885" cy="43815"/>
            </a:xfrm>
            <a:custGeom>
              <a:avLst/>
              <a:gdLst/>
              <a:ahLst/>
              <a:cxnLst/>
              <a:rect l="l" t="t" r="r" b="b"/>
              <a:pathLst>
                <a:path w="222885" h="43814">
                  <a:moveTo>
                    <a:pt x="222349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222349" y="43200"/>
                  </a:lnTo>
                  <a:lnTo>
                    <a:pt x="222349" y="0"/>
                  </a:lnTo>
                  <a:close/>
                </a:path>
              </a:pathLst>
            </a:custGeom>
            <a:solidFill>
              <a:srgbClr val="B455B5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644000" y="4068000"/>
              <a:ext cx="222885" cy="43815"/>
            </a:xfrm>
            <a:custGeom>
              <a:avLst/>
              <a:gdLst/>
              <a:ahLst/>
              <a:cxnLst/>
              <a:rect l="l" t="t" r="r" b="b"/>
              <a:pathLst>
                <a:path w="222885" h="43814">
                  <a:moveTo>
                    <a:pt x="222349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222349" y="43200"/>
                  </a:lnTo>
                  <a:lnTo>
                    <a:pt x="222349" y="0"/>
                  </a:lnTo>
                  <a:close/>
                </a:path>
              </a:pathLst>
            </a:custGeom>
            <a:solidFill>
              <a:srgbClr val="BA57B1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4860000" y="4068000"/>
              <a:ext cx="222885" cy="43815"/>
            </a:xfrm>
            <a:custGeom>
              <a:avLst/>
              <a:gdLst/>
              <a:ahLst/>
              <a:cxnLst/>
              <a:rect l="l" t="t" r="r" b="b"/>
              <a:pathLst>
                <a:path w="222885" h="43814">
                  <a:moveTo>
                    <a:pt x="222349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222349" y="43200"/>
                  </a:lnTo>
                  <a:lnTo>
                    <a:pt x="222349" y="0"/>
                  </a:lnTo>
                  <a:close/>
                </a:path>
              </a:pathLst>
            </a:custGeom>
            <a:solidFill>
              <a:srgbClr val="C058AD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075999" y="4068000"/>
              <a:ext cx="222885" cy="43815"/>
            </a:xfrm>
            <a:custGeom>
              <a:avLst/>
              <a:gdLst/>
              <a:ahLst/>
              <a:cxnLst/>
              <a:rect l="l" t="t" r="r" b="b"/>
              <a:pathLst>
                <a:path w="222885" h="43814">
                  <a:moveTo>
                    <a:pt x="222349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222349" y="43200"/>
                  </a:lnTo>
                  <a:lnTo>
                    <a:pt x="222349" y="0"/>
                  </a:lnTo>
                  <a:close/>
                </a:path>
              </a:pathLst>
            </a:custGeom>
            <a:solidFill>
              <a:srgbClr val="C759A9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5291999" y="4068000"/>
              <a:ext cx="222885" cy="43815"/>
            </a:xfrm>
            <a:custGeom>
              <a:avLst/>
              <a:gdLst/>
              <a:ahLst/>
              <a:cxnLst/>
              <a:rect l="l" t="t" r="r" b="b"/>
              <a:pathLst>
                <a:path w="222885" h="43814">
                  <a:moveTo>
                    <a:pt x="222349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222349" y="43200"/>
                  </a:lnTo>
                  <a:lnTo>
                    <a:pt x="222349" y="0"/>
                  </a:lnTo>
                  <a:close/>
                </a:path>
              </a:pathLst>
            </a:custGeom>
            <a:solidFill>
              <a:srgbClr val="CD5BA5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5508000" y="4068000"/>
              <a:ext cx="222885" cy="43815"/>
            </a:xfrm>
            <a:custGeom>
              <a:avLst/>
              <a:gdLst/>
              <a:ahLst/>
              <a:cxnLst/>
              <a:rect l="l" t="t" r="r" b="b"/>
              <a:pathLst>
                <a:path w="222885" h="43814">
                  <a:moveTo>
                    <a:pt x="222349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222349" y="43200"/>
                  </a:lnTo>
                  <a:lnTo>
                    <a:pt x="222349" y="0"/>
                  </a:lnTo>
                  <a:close/>
                </a:path>
              </a:pathLst>
            </a:custGeom>
            <a:solidFill>
              <a:srgbClr val="D35CA1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5724000" y="4068000"/>
              <a:ext cx="222885" cy="43815"/>
            </a:xfrm>
            <a:custGeom>
              <a:avLst/>
              <a:gdLst/>
              <a:ahLst/>
              <a:cxnLst/>
              <a:rect l="l" t="t" r="r" b="b"/>
              <a:pathLst>
                <a:path w="222885" h="43814">
                  <a:moveTo>
                    <a:pt x="222349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222349" y="43200"/>
                  </a:lnTo>
                  <a:lnTo>
                    <a:pt x="222349" y="0"/>
                  </a:lnTo>
                  <a:close/>
                </a:path>
              </a:pathLst>
            </a:custGeom>
            <a:solidFill>
              <a:srgbClr val="D95D9D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939999" y="4068000"/>
              <a:ext cx="222885" cy="43815"/>
            </a:xfrm>
            <a:custGeom>
              <a:avLst/>
              <a:gdLst/>
              <a:ahLst/>
              <a:cxnLst/>
              <a:rect l="l" t="t" r="r" b="b"/>
              <a:pathLst>
                <a:path w="222885" h="43814">
                  <a:moveTo>
                    <a:pt x="222349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222349" y="43200"/>
                  </a:lnTo>
                  <a:lnTo>
                    <a:pt x="222349" y="0"/>
                  </a:lnTo>
                  <a:close/>
                </a:path>
              </a:pathLst>
            </a:custGeom>
            <a:solidFill>
              <a:srgbClr val="DF5F99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155999" y="4068000"/>
              <a:ext cx="222885" cy="43815"/>
            </a:xfrm>
            <a:custGeom>
              <a:avLst/>
              <a:gdLst/>
              <a:ahLst/>
              <a:cxnLst/>
              <a:rect l="l" t="t" r="r" b="b"/>
              <a:pathLst>
                <a:path w="222885" h="43814">
                  <a:moveTo>
                    <a:pt x="222349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222349" y="43200"/>
                  </a:lnTo>
                  <a:lnTo>
                    <a:pt x="222349" y="0"/>
                  </a:lnTo>
                  <a:close/>
                </a:path>
              </a:pathLst>
            </a:custGeom>
            <a:solidFill>
              <a:srgbClr val="E66094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6372000" y="4068000"/>
              <a:ext cx="222885" cy="43815"/>
            </a:xfrm>
            <a:custGeom>
              <a:avLst/>
              <a:gdLst/>
              <a:ahLst/>
              <a:cxnLst/>
              <a:rect l="l" t="t" r="r" b="b"/>
              <a:pathLst>
                <a:path w="222884" h="43814">
                  <a:moveTo>
                    <a:pt x="222349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222349" y="43200"/>
                  </a:lnTo>
                  <a:lnTo>
                    <a:pt x="222349" y="0"/>
                  </a:lnTo>
                  <a:close/>
                </a:path>
              </a:pathLst>
            </a:custGeom>
            <a:solidFill>
              <a:srgbClr val="EC6190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6588000" y="4068000"/>
              <a:ext cx="222885" cy="43815"/>
            </a:xfrm>
            <a:custGeom>
              <a:avLst/>
              <a:gdLst/>
              <a:ahLst/>
              <a:cxnLst/>
              <a:rect l="l" t="t" r="r" b="b"/>
              <a:pathLst>
                <a:path w="222884" h="43814">
                  <a:moveTo>
                    <a:pt x="222349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222349" y="43200"/>
                  </a:lnTo>
                  <a:lnTo>
                    <a:pt x="222349" y="0"/>
                  </a:lnTo>
                  <a:close/>
                </a:path>
              </a:pathLst>
            </a:custGeom>
            <a:solidFill>
              <a:srgbClr val="F2638C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6803999" y="4068000"/>
              <a:ext cx="222885" cy="43815"/>
            </a:xfrm>
            <a:custGeom>
              <a:avLst/>
              <a:gdLst/>
              <a:ahLst/>
              <a:cxnLst/>
              <a:rect l="l" t="t" r="r" b="b"/>
              <a:pathLst>
                <a:path w="222884" h="43814">
                  <a:moveTo>
                    <a:pt x="222349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222349" y="43200"/>
                  </a:lnTo>
                  <a:lnTo>
                    <a:pt x="222349" y="0"/>
                  </a:lnTo>
                  <a:close/>
                </a:path>
              </a:pathLst>
            </a:custGeom>
            <a:solidFill>
              <a:srgbClr val="F86488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106"/>
          <p:cNvSpPr txBox="1"/>
          <p:nvPr/>
        </p:nvSpPr>
        <p:spPr>
          <a:xfrm>
            <a:off x="779299" y="4241700"/>
            <a:ext cx="79946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443DFF"/>
                </a:solidFill>
                <a:latin typeface="Arial"/>
                <a:cs typeface="Arial"/>
              </a:rPr>
              <a:t>01</a:t>
            </a:r>
            <a:r>
              <a:rPr sz="800" b="1" spc="-10" dirty="0">
                <a:solidFill>
                  <a:srgbClr val="443D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443DFF"/>
                </a:solidFill>
                <a:latin typeface="Arial"/>
                <a:cs typeface="Arial"/>
              </a:rPr>
              <a:t>/</a:t>
            </a:r>
            <a:r>
              <a:rPr sz="800" b="1" spc="210" dirty="0">
                <a:solidFill>
                  <a:srgbClr val="443DFF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443DFF"/>
                </a:solidFill>
                <a:latin typeface="Arial"/>
                <a:cs typeface="Arial"/>
              </a:rPr>
              <a:t>OVERVIEW</a:t>
            </a:r>
            <a:endParaRPr sz="800">
              <a:latin typeface="Arial"/>
              <a:cs typeface="Arial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779299" y="4466199"/>
            <a:ext cx="164909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E8E8EF"/>
                </a:solidFill>
                <a:latin typeface="Arial"/>
                <a:cs typeface="Arial"/>
              </a:rPr>
              <a:t>What</a:t>
            </a:r>
            <a:r>
              <a:rPr sz="1300" b="1" spc="-25" dirty="0">
                <a:solidFill>
                  <a:srgbClr val="E8E8E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8E8EF"/>
                </a:solidFill>
                <a:latin typeface="Arial"/>
                <a:cs typeface="Arial"/>
              </a:rPr>
              <a:t>is</a:t>
            </a:r>
            <a:r>
              <a:rPr sz="1300" b="1" spc="-20" dirty="0">
                <a:solidFill>
                  <a:srgbClr val="E8E8E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8E8EF"/>
                </a:solidFill>
                <a:latin typeface="Arial"/>
                <a:cs typeface="Arial"/>
              </a:rPr>
              <a:t>this</a:t>
            </a:r>
            <a:r>
              <a:rPr sz="1300" b="1" spc="-25" dirty="0">
                <a:solidFill>
                  <a:srgbClr val="E8E8EF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E8E8EF"/>
                </a:solidFill>
                <a:latin typeface="Arial"/>
                <a:cs typeface="Arial"/>
              </a:rPr>
              <a:t>project?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08" name="object 108"/>
          <p:cNvGrpSpPr/>
          <p:nvPr/>
        </p:nvGrpSpPr>
        <p:grpSpPr>
          <a:xfrm>
            <a:off x="791999" y="4742475"/>
            <a:ext cx="2160270" cy="19050"/>
            <a:chOff x="791999" y="4742475"/>
            <a:chExt cx="2160270" cy="19050"/>
          </a:xfrm>
        </p:grpSpPr>
        <p:sp>
          <p:nvSpPr>
            <p:cNvPr id="109" name="object 109"/>
            <p:cNvSpPr/>
            <p:nvPr/>
          </p:nvSpPr>
          <p:spPr>
            <a:xfrm>
              <a:off x="791999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443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845999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493E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899999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4E3F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954000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5240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008000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5741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1062000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5C4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1116000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6043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1169999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6544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1223999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6A45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1277999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6E46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1332000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7347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1386000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7848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1439999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7C49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1494000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814A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1548000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864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1601999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8A4C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1656000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8F4D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1710000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934E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1763999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984F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1817999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9D50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1872000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A15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1925999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A652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1979999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AB53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2034000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AF54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2087999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B455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2141999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B956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2196000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BD57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2250000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C258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2303999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C759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2358000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CB5A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2412000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D05B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2465999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D55C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2520000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D95D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2574000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DE5E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2627999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E35F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2681999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E760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2736000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EC61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2789999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F16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2843999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F563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2898000" y="475200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FA64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9" name="object 149"/>
          <p:cNvSpPr txBox="1"/>
          <p:nvPr/>
        </p:nvSpPr>
        <p:spPr>
          <a:xfrm>
            <a:off x="779299" y="4832891"/>
            <a:ext cx="5923280" cy="565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9000"/>
              </a:lnSpc>
              <a:spcBef>
                <a:spcPts val="100"/>
              </a:spcBef>
            </a:pP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A</a:t>
            </a:r>
            <a:r>
              <a:rPr sz="850" spc="-25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fully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functional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Login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&amp;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Registration</a:t>
            </a:r>
            <a:r>
              <a:rPr sz="850" spc="-25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System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built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with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HTML,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CSS,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Bootstrap</a:t>
            </a:r>
            <a:r>
              <a:rPr sz="850" spc="-25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and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JavaScript.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Users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can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register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with</a:t>
            </a:r>
            <a:r>
              <a:rPr sz="850" spc="-25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A5A5C6"/>
                </a:solidFill>
                <a:latin typeface="Arial MT"/>
                <a:cs typeface="Arial MT"/>
              </a:rPr>
              <a:t>their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details,</a:t>
            </a:r>
            <a:r>
              <a:rPr sz="850" spc="-25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log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in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securely,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and</a:t>
            </a:r>
            <a:r>
              <a:rPr sz="850" spc="-25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are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redirected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to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an</a:t>
            </a:r>
            <a:r>
              <a:rPr sz="850" spc="-25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authenticated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project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workspace.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All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user</a:t>
            </a:r>
            <a:r>
              <a:rPr sz="850" spc="-25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data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is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stored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persistently</a:t>
            </a:r>
            <a:r>
              <a:rPr sz="850" spc="-25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A5A5C6"/>
                </a:solidFill>
                <a:latin typeface="Arial MT"/>
                <a:cs typeface="Arial MT"/>
              </a:rPr>
              <a:t>using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LocalStorage</a:t>
            </a:r>
            <a:r>
              <a:rPr sz="850" spc="-25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(simulating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a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MySQL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database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via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XAMPP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/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PHP</a:t>
            </a:r>
            <a:r>
              <a:rPr sz="850" spc="-20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5A5C6"/>
                </a:solidFill>
                <a:latin typeface="Arial MT"/>
                <a:cs typeface="Arial MT"/>
              </a:rPr>
              <a:t>backend</a:t>
            </a:r>
            <a:r>
              <a:rPr sz="850" spc="-25" dirty="0">
                <a:solidFill>
                  <a:srgbClr val="A5A5C6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A5A5C6"/>
                </a:solidFill>
                <a:latin typeface="Arial MT"/>
                <a:cs typeface="Arial MT"/>
              </a:rPr>
              <a:t>logic).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527300" y="5834200"/>
            <a:ext cx="106235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E8E8EF"/>
                </a:solidFill>
                <a:latin typeface="Arial"/>
                <a:cs typeface="Arial"/>
              </a:rPr>
              <a:t>Key</a:t>
            </a:r>
            <a:r>
              <a:rPr sz="1300" b="1" spc="-25" dirty="0">
                <a:solidFill>
                  <a:srgbClr val="E8E8EF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E8E8EF"/>
                </a:solidFill>
                <a:latin typeface="Arial"/>
                <a:cs typeface="Arial"/>
              </a:rPr>
              <a:t>Features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51" name="object 151"/>
          <p:cNvGrpSpPr/>
          <p:nvPr/>
        </p:nvGrpSpPr>
        <p:grpSpPr>
          <a:xfrm>
            <a:off x="540000" y="6146474"/>
            <a:ext cx="1800225" cy="19050"/>
            <a:chOff x="540000" y="6146474"/>
            <a:chExt cx="1800225" cy="19050"/>
          </a:xfrm>
        </p:grpSpPr>
        <p:sp>
          <p:nvSpPr>
            <p:cNvPr id="152" name="object 152"/>
            <p:cNvSpPr/>
            <p:nvPr/>
          </p:nvSpPr>
          <p:spPr>
            <a:xfrm>
              <a:off x="540000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9050">
              <a:solidFill>
                <a:srgbClr val="443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584999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>
                  <a:moveTo>
                    <a:pt x="0" y="0"/>
                  </a:moveTo>
                  <a:lnTo>
                    <a:pt x="45000" y="0"/>
                  </a:lnTo>
                </a:path>
              </a:pathLst>
            </a:custGeom>
            <a:ln w="19050">
              <a:solidFill>
                <a:srgbClr val="493E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630000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>
                  <a:moveTo>
                    <a:pt x="0" y="0"/>
                  </a:moveTo>
                  <a:lnTo>
                    <a:pt x="45000" y="0"/>
                  </a:lnTo>
                </a:path>
              </a:pathLst>
            </a:custGeom>
            <a:ln w="19050">
              <a:solidFill>
                <a:srgbClr val="4E3F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675000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9050">
              <a:solidFill>
                <a:srgbClr val="5240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719999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>
                  <a:moveTo>
                    <a:pt x="0" y="0"/>
                  </a:moveTo>
                  <a:lnTo>
                    <a:pt x="45000" y="0"/>
                  </a:lnTo>
                </a:path>
              </a:pathLst>
            </a:custGeom>
            <a:ln w="19050">
              <a:solidFill>
                <a:srgbClr val="5741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765000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>
                  <a:moveTo>
                    <a:pt x="0" y="0"/>
                  </a:moveTo>
                  <a:lnTo>
                    <a:pt x="45000" y="0"/>
                  </a:lnTo>
                </a:path>
              </a:pathLst>
            </a:custGeom>
            <a:ln w="19050">
              <a:solidFill>
                <a:srgbClr val="5C4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810000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9050">
              <a:solidFill>
                <a:srgbClr val="6043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854999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>
                  <a:moveTo>
                    <a:pt x="0" y="0"/>
                  </a:moveTo>
                  <a:lnTo>
                    <a:pt x="45000" y="0"/>
                  </a:lnTo>
                </a:path>
              </a:pathLst>
            </a:custGeom>
            <a:ln w="19050">
              <a:solidFill>
                <a:srgbClr val="6544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900000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>
                  <a:moveTo>
                    <a:pt x="0" y="0"/>
                  </a:moveTo>
                  <a:lnTo>
                    <a:pt x="45000" y="0"/>
                  </a:lnTo>
                </a:path>
              </a:pathLst>
            </a:custGeom>
            <a:ln w="19050">
              <a:solidFill>
                <a:srgbClr val="6A45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945000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>
                  <a:moveTo>
                    <a:pt x="0" y="0"/>
                  </a:moveTo>
                  <a:lnTo>
                    <a:pt x="45000" y="0"/>
                  </a:lnTo>
                </a:path>
              </a:pathLst>
            </a:custGeom>
            <a:ln w="19050">
              <a:solidFill>
                <a:srgbClr val="6E46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990000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9050">
              <a:solidFill>
                <a:srgbClr val="7347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1035000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>
                  <a:moveTo>
                    <a:pt x="0" y="0"/>
                  </a:moveTo>
                  <a:lnTo>
                    <a:pt x="45000" y="0"/>
                  </a:lnTo>
                </a:path>
              </a:pathLst>
            </a:custGeom>
            <a:ln w="19050">
              <a:solidFill>
                <a:srgbClr val="7848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1080000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>
                  <a:moveTo>
                    <a:pt x="0" y="0"/>
                  </a:moveTo>
                  <a:lnTo>
                    <a:pt x="45000" y="0"/>
                  </a:lnTo>
                </a:path>
              </a:pathLst>
            </a:custGeom>
            <a:ln w="19050">
              <a:solidFill>
                <a:srgbClr val="7C49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1125000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9050">
              <a:solidFill>
                <a:srgbClr val="814A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1169999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>
                  <a:moveTo>
                    <a:pt x="0" y="0"/>
                  </a:moveTo>
                  <a:lnTo>
                    <a:pt x="45000" y="0"/>
                  </a:lnTo>
                </a:path>
              </a:pathLst>
            </a:custGeom>
            <a:ln w="19050">
              <a:solidFill>
                <a:srgbClr val="864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1215000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>
                  <a:moveTo>
                    <a:pt x="0" y="0"/>
                  </a:moveTo>
                  <a:lnTo>
                    <a:pt x="45000" y="0"/>
                  </a:lnTo>
                </a:path>
              </a:pathLst>
            </a:custGeom>
            <a:ln w="19050">
              <a:solidFill>
                <a:srgbClr val="8A4C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1260000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9050">
              <a:solidFill>
                <a:srgbClr val="8F4D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1304999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9050">
              <a:solidFill>
                <a:srgbClr val="934E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1349999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9050">
              <a:solidFill>
                <a:srgbClr val="984F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1394999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9050">
              <a:solidFill>
                <a:srgbClr val="9D50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1439999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9050">
              <a:solidFill>
                <a:srgbClr val="A15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1484999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9050">
              <a:solidFill>
                <a:srgbClr val="A652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1529999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9050">
              <a:solidFill>
                <a:srgbClr val="AB53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1574999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ln w="19050">
              <a:solidFill>
                <a:srgbClr val="AF54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1620000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9050">
              <a:solidFill>
                <a:srgbClr val="B455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1665000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9050">
              <a:solidFill>
                <a:srgbClr val="B956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1710000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9050">
              <a:solidFill>
                <a:srgbClr val="BD57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1755000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9050">
              <a:solidFill>
                <a:srgbClr val="C258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1800000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9050">
              <a:solidFill>
                <a:srgbClr val="C759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1845000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9050">
              <a:solidFill>
                <a:srgbClr val="CB5A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1890000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9050">
              <a:solidFill>
                <a:srgbClr val="D05B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1934999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9050">
              <a:solidFill>
                <a:srgbClr val="D55C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1979999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9050">
              <a:solidFill>
                <a:srgbClr val="D95D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2024999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9050">
              <a:solidFill>
                <a:srgbClr val="DE5E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2069999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9050">
              <a:solidFill>
                <a:srgbClr val="E35F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2114999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9050">
              <a:solidFill>
                <a:srgbClr val="E760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2159999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9050">
              <a:solidFill>
                <a:srgbClr val="EC61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2204999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ln w="19050">
              <a:solidFill>
                <a:srgbClr val="F16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2250000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9050">
              <a:solidFill>
                <a:srgbClr val="F563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2295000" y="615599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9050">
              <a:solidFill>
                <a:srgbClr val="FA64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2" name="object 192"/>
          <p:cNvGrpSpPr/>
          <p:nvPr/>
        </p:nvGrpSpPr>
        <p:grpSpPr>
          <a:xfrm>
            <a:off x="534920" y="6438919"/>
            <a:ext cx="3106420" cy="874394"/>
            <a:chOff x="534920" y="6438919"/>
            <a:chExt cx="3106420" cy="874394"/>
          </a:xfrm>
        </p:grpSpPr>
        <p:sp>
          <p:nvSpPr>
            <p:cNvPr id="193" name="object 193"/>
            <p:cNvSpPr/>
            <p:nvPr/>
          </p:nvSpPr>
          <p:spPr>
            <a:xfrm>
              <a:off x="540000" y="6443999"/>
              <a:ext cx="3096260" cy="864235"/>
            </a:xfrm>
            <a:custGeom>
              <a:avLst/>
              <a:gdLst/>
              <a:ahLst/>
              <a:cxnLst/>
              <a:rect l="l" t="t" r="r" b="b"/>
              <a:pathLst>
                <a:path w="3096260" h="864234">
                  <a:moveTo>
                    <a:pt x="2951999" y="0"/>
                  </a:moveTo>
                  <a:lnTo>
                    <a:pt x="143999" y="0"/>
                  </a:lnTo>
                  <a:lnTo>
                    <a:pt x="98456" y="7334"/>
                  </a:lnTo>
                  <a:lnTo>
                    <a:pt x="58923" y="27762"/>
                  </a:lnTo>
                  <a:lnTo>
                    <a:pt x="27762" y="58923"/>
                  </a:lnTo>
                  <a:lnTo>
                    <a:pt x="7334" y="98456"/>
                  </a:lnTo>
                  <a:lnTo>
                    <a:pt x="0" y="144000"/>
                  </a:lnTo>
                  <a:lnTo>
                    <a:pt x="0" y="719999"/>
                  </a:lnTo>
                  <a:lnTo>
                    <a:pt x="7334" y="765543"/>
                  </a:lnTo>
                  <a:lnTo>
                    <a:pt x="27762" y="805076"/>
                  </a:lnTo>
                  <a:lnTo>
                    <a:pt x="58923" y="836237"/>
                  </a:lnTo>
                  <a:lnTo>
                    <a:pt x="98456" y="856665"/>
                  </a:lnTo>
                  <a:lnTo>
                    <a:pt x="143999" y="864000"/>
                  </a:lnTo>
                  <a:lnTo>
                    <a:pt x="2951999" y="864000"/>
                  </a:lnTo>
                  <a:lnTo>
                    <a:pt x="2997543" y="856665"/>
                  </a:lnTo>
                  <a:lnTo>
                    <a:pt x="3037076" y="836237"/>
                  </a:lnTo>
                  <a:lnTo>
                    <a:pt x="3068237" y="805076"/>
                  </a:lnTo>
                  <a:lnTo>
                    <a:pt x="3088665" y="765543"/>
                  </a:lnTo>
                  <a:lnTo>
                    <a:pt x="3095999" y="719999"/>
                  </a:lnTo>
                  <a:lnTo>
                    <a:pt x="3095999" y="144000"/>
                  </a:lnTo>
                  <a:lnTo>
                    <a:pt x="3088665" y="98456"/>
                  </a:lnTo>
                  <a:lnTo>
                    <a:pt x="3068237" y="58923"/>
                  </a:lnTo>
                  <a:lnTo>
                    <a:pt x="3037076" y="27762"/>
                  </a:lnTo>
                  <a:lnTo>
                    <a:pt x="2997543" y="7334"/>
                  </a:lnTo>
                  <a:lnTo>
                    <a:pt x="2951999" y="0"/>
                  </a:lnTo>
                  <a:close/>
                </a:path>
              </a:pathLst>
            </a:custGeom>
            <a:solidFill>
              <a:srgbClr val="111121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540000" y="6443999"/>
              <a:ext cx="3096260" cy="864235"/>
            </a:xfrm>
            <a:custGeom>
              <a:avLst/>
              <a:gdLst/>
              <a:ahLst/>
              <a:cxnLst/>
              <a:rect l="l" t="t" r="r" b="b"/>
              <a:pathLst>
                <a:path w="3096260" h="864234">
                  <a:moveTo>
                    <a:pt x="143999" y="864000"/>
                  </a:moveTo>
                  <a:lnTo>
                    <a:pt x="2951999" y="864000"/>
                  </a:lnTo>
                  <a:lnTo>
                    <a:pt x="2997543" y="856665"/>
                  </a:lnTo>
                  <a:lnTo>
                    <a:pt x="3037076" y="836237"/>
                  </a:lnTo>
                  <a:lnTo>
                    <a:pt x="3068237" y="805076"/>
                  </a:lnTo>
                  <a:lnTo>
                    <a:pt x="3088665" y="765543"/>
                  </a:lnTo>
                  <a:lnTo>
                    <a:pt x="3095999" y="719999"/>
                  </a:lnTo>
                  <a:lnTo>
                    <a:pt x="3095999" y="144000"/>
                  </a:lnTo>
                  <a:lnTo>
                    <a:pt x="3088665" y="98456"/>
                  </a:lnTo>
                  <a:lnTo>
                    <a:pt x="3068237" y="58923"/>
                  </a:lnTo>
                  <a:lnTo>
                    <a:pt x="3037076" y="27762"/>
                  </a:lnTo>
                  <a:lnTo>
                    <a:pt x="2997543" y="7334"/>
                  </a:lnTo>
                  <a:lnTo>
                    <a:pt x="2951999" y="0"/>
                  </a:lnTo>
                  <a:lnTo>
                    <a:pt x="143999" y="0"/>
                  </a:lnTo>
                  <a:lnTo>
                    <a:pt x="98456" y="7334"/>
                  </a:lnTo>
                  <a:lnTo>
                    <a:pt x="58923" y="27762"/>
                  </a:lnTo>
                  <a:lnTo>
                    <a:pt x="27762" y="58923"/>
                  </a:lnTo>
                  <a:lnTo>
                    <a:pt x="7334" y="98456"/>
                  </a:lnTo>
                  <a:lnTo>
                    <a:pt x="0" y="144000"/>
                  </a:lnTo>
                  <a:lnTo>
                    <a:pt x="0" y="719999"/>
                  </a:lnTo>
                  <a:lnTo>
                    <a:pt x="7334" y="765543"/>
                  </a:lnTo>
                  <a:lnTo>
                    <a:pt x="27762" y="805076"/>
                  </a:lnTo>
                  <a:lnTo>
                    <a:pt x="58923" y="836237"/>
                  </a:lnTo>
                  <a:lnTo>
                    <a:pt x="98456" y="856665"/>
                  </a:lnTo>
                  <a:lnTo>
                    <a:pt x="143999" y="864000"/>
                  </a:lnTo>
                  <a:close/>
                </a:path>
              </a:pathLst>
            </a:custGeom>
            <a:ln w="10160">
              <a:solidFill>
                <a:srgbClr val="1E1E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5" name="object 195"/>
          <p:cNvSpPr txBox="1"/>
          <p:nvPr/>
        </p:nvSpPr>
        <p:spPr>
          <a:xfrm>
            <a:off x="671300" y="6640999"/>
            <a:ext cx="2421255" cy="537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 indent="-177800">
              <a:lnSpc>
                <a:spcPct val="100000"/>
              </a:lnSpc>
              <a:spcBef>
                <a:spcPts val="100"/>
              </a:spcBef>
              <a:buFont typeface="MS Gothic"/>
              <a:buChar char="■"/>
              <a:tabLst>
                <a:tab pos="190500" algn="l"/>
              </a:tabLst>
            </a:pPr>
            <a:r>
              <a:rPr sz="900" b="1" dirty="0">
                <a:solidFill>
                  <a:srgbClr val="E8E8EF"/>
                </a:solidFill>
                <a:latin typeface="Arial"/>
                <a:cs typeface="Arial"/>
              </a:rPr>
              <a:t>Secure </a:t>
            </a:r>
            <a:r>
              <a:rPr sz="900" b="1" spc="-10" dirty="0">
                <a:solidFill>
                  <a:srgbClr val="E8E8EF"/>
                </a:solidFill>
                <a:latin typeface="Arial"/>
                <a:cs typeface="Arial"/>
              </a:rPr>
              <a:t>Login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41700"/>
              </a:lnSpc>
              <a:spcBef>
                <a:spcPts val="395"/>
              </a:spcBef>
            </a:pPr>
            <a:r>
              <a:rPr sz="750" dirty="0">
                <a:solidFill>
                  <a:srgbClr val="8C8CB2"/>
                </a:solidFill>
                <a:latin typeface="Arial MT"/>
                <a:cs typeface="Arial MT"/>
              </a:rPr>
              <a:t>Username/Email + Password authentication with </a:t>
            </a:r>
            <a:r>
              <a:rPr sz="750" spc="-10" dirty="0">
                <a:solidFill>
                  <a:srgbClr val="8C8CB2"/>
                </a:solidFill>
                <a:latin typeface="Arial MT"/>
                <a:cs typeface="Arial MT"/>
              </a:rPr>
              <a:t>session management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196" name="object 196"/>
          <p:cNvGrpSpPr/>
          <p:nvPr/>
        </p:nvGrpSpPr>
        <p:grpSpPr>
          <a:xfrm>
            <a:off x="3774919" y="6438919"/>
            <a:ext cx="3106420" cy="874394"/>
            <a:chOff x="3774919" y="6438919"/>
            <a:chExt cx="3106420" cy="874394"/>
          </a:xfrm>
        </p:grpSpPr>
        <p:sp>
          <p:nvSpPr>
            <p:cNvPr id="197" name="object 197"/>
            <p:cNvSpPr/>
            <p:nvPr/>
          </p:nvSpPr>
          <p:spPr>
            <a:xfrm>
              <a:off x="3779999" y="6443999"/>
              <a:ext cx="3096260" cy="864235"/>
            </a:xfrm>
            <a:custGeom>
              <a:avLst/>
              <a:gdLst/>
              <a:ahLst/>
              <a:cxnLst/>
              <a:rect l="l" t="t" r="r" b="b"/>
              <a:pathLst>
                <a:path w="3096259" h="864234">
                  <a:moveTo>
                    <a:pt x="2951999" y="0"/>
                  </a:moveTo>
                  <a:lnTo>
                    <a:pt x="144000" y="0"/>
                  </a:lnTo>
                  <a:lnTo>
                    <a:pt x="98456" y="7334"/>
                  </a:lnTo>
                  <a:lnTo>
                    <a:pt x="58923" y="27762"/>
                  </a:lnTo>
                  <a:lnTo>
                    <a:pt x="27762" y="58923"/>
                  </a:lnTo>
                  <a:lnTo>
                    <a:pt x="7334" y="98456"/>
                  </a:lnTo>
                  <a:lnTo>
                    <a:pt x="0" y="144000"/>
                  </a:lnTo>
                  <a:lnTo>
                    <a:pt x="0" y="719999"/>
                  </a:lnTo>
                  <a:lnTo>
                    <a:pt x="7334" y="765543"/>
                  </a:lnTo>
                  <a:lnTo>
                    <a:pt x="27762" y="805076"/>
                  </a:lnTo>
                  <a:lnTo>
                    <a:pt x="58923" y="836237"/>
                  </a:lnTo>
                  <a:lnTo>
                    <a:pt x="98456" y="856665"/>
                  </a:lnTo>
                  <a:lnTo>
                    <a:pt x="144000" y="864000"/>
                  </a:lnTo>
                  <a:lnTo>
                    <a:pt x="2951999" y="864000"/>
                  </a:lnTo>
                  <a:lnTo>
                    <a:pt x="2997543" y="856665"/>
                  </a:lnTo>
                  <a:lnTo>
                    <a:pt x="3037076" y="836237"/>
                  </a:lnTo>
                  <a:lnTo>
                    <a:pt x="3068237" y="805076"/>
                  </a:lnTo>
                  <a:lnTo>
                    <a:pt x="3088665" y="765543"/>
                  </a:lnTo>
                  <a:lnTo>
                    <a:pt x="3095999" y="719999"/>
                  </a:lnTo>
                  <a:lnTo>
                    <a:pt x="3095999" y="144000"/>
                  </a:lnTo>
                  <a:lnTo>
                    <a:pt x="3088665" y="98456"/>
                  </a:lnTo>
                  <a:lnTo>
                    <a:pt x="3068237" y="58923"/>
                  </a:lnTo>
                  <a:lnTo>
                    <a:pt x="3037076" y="27762"/>
                  </a:lnTo>
                  <a:lnTo>
                    <a:pt x="2997543" y="7334"/>
                  </a:lnTo>
                  <a:lnTo>
                    <a:pt x="2951999" y="0"/>
                  </a:lnTo>
                  <a:close/>
                </a:path>
              </a:pathLst>
            </a:custGeom>
            <a:solidFill>
              <a:srgbClr val="111121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3779999" y="6443999"/>
              <a:ext cx="3096260" cy="864235"/>
            </a:xfrm>
            <a:custGeom>
              <a:avLst/>
              <a:gdLst/>
              <a:ahLst/>
              <a:cxnLst/>
              <a:rect l="l" t="t" r="r" b="b"/>
              <a:pathLst>
                <a:path w="3096259" h="864234">
                  <a:moveTo>
                    <a:pt x="144000" y="864000"/>
                  </a:moveTo>
                  <a:lnTo>
                    <a:pt x="2951999" y="864000"/>
                  </a:lnTo>
                  <a:lnTo>
                    <a:pt x="2997543" y="856665"/>
                  </a:lnTo>
                  <a:lnTo>
                    <a:pt x="3037076" y="836237"/>
                  </a:lnTo>
                  <a:lnTo>
                    <a:pt x="3068237" y="805076"/>
                  </a:lnTo>
                  <a:lnTo>
                    <a:pt x="3088665" y="765543"/>
                  </a:lnTo>
                  <a:lnTo>
                    <a:pt x="3095999" y="719999"/>
                  </a:lnTo>
                  <a:lnTo>
                    <a:pt x="3095999" y="144000"/>
                  </a:lnTo>
                  <a:lnTo>
                    <a:pt x="3088665" y="98456"/>
                  </a:lnTo>
                  <a:lnTo>
                    <a:pt x="3068237" y="58923"/>
                  </a:lnTo>
                  <a:lnTo>
                    <a:pt x="3037076" y="27762"/>
                  </a:lnTo>
                  <a:lnTo>
                    <a:pt x="2997543" y="7334"/>
                  </a:lnTo>
                  <a:lnTo>
                    <a:pt x="2951999" y="0"/>
                  </a:lnTo>
                  <a:lnTo>
                    <a:pt x="144000" y="0"/>
                  </a:lnTo>
                  <a:lnTo>
                    <a:pt x="98456" y="7334"/>
                  </a:lnTo>
                  <a:lnTo>
                    <a:pt x="58923" y="27762"/>
                  </a:lnTo>
                  <a:lnTo>
                    <a:pt x="27762" y="58923"/>
                  </a:lnTo>
                  <a:lnTo>
                    <a:pt x="7334" y="98456"/>
                  </a:lnTo>
                  <a:lnTo>
                    <a:pt x="0" y="144000"/>
                  </a:lnTo>
                  <a:lnTo>
                    <a:pt x="0" y="719999"/>
                  </a:lnTo>
                  <a:lnTo>
                    <a:pt x="7334" y="765543"/>
                  </a:lnTo>
                  <a:lnTo>
                    <a:pt x="27762" y="805076"/>
                  </a:lnTo>
                  <a:lnTo>
                    <a:pt x="58923" y="836237"/>
                  </a:lnTo>
                  <a:lnTo>
                    <a:pt x="98456" y="856665"/>
                  </a:lnTo>
                  <a:lnTo>
                    <a:pt x="144000" y="864000"/>
                  </a:lnTo>
                  <a:close/>
                </a:path>
              </a:pathLst>
            </a:custGeom>
            <a:ln w="10160">
              <a:solidFill>
                <a:srgbClr val="1E1E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9" name="object 199"/>
          <p:cNvSpPr txBox="1"/>
          <p:nvPr/>
        </p:nvSpPr>
        <p:spPr>
          <a:xfrm>
            <a:off x="3911300" y="6640999"/>
            <a:ext cx="2747010" cy="537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 indent="-177800">
              <a:lnSpc>
                <a:spcPct val="100000"/>
              </a:lnSpc>
              <a:spcBef>
                <a:spcPts val="100"/>
              </a:spcBef>
              <a:buFont typeface="MS Gothic"/>
              <a:buChar char="■"/>
              <a:tabLst>
                <a:tab pos="190500" algn="l"/>
              </a:tabLst>
            </a:pPr>
            <a:r>
              <a:rPr sz="900" b="1" spc="-10" dirty="0">
                <a:solidFill>
                  <a:srgbClr val="E8E8EF"/>
                </a:solidFill>
                <a:latin typeface="Arial"/>
                <a:cs typeface="Arial"/>
              </a:rPr>
              <a:t>Registration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41700"/>
              </a:lnSpc>
              <a:spcBef>
                <a:spcPts val="395"/>
              </a:spcBef>
            </a:pPr>
            <a:r>
              <a:rPr sz="750" dirty="0">
                <a:solidFill>
                  <a:srgbClr val="8C8CB2"/>
                </a:solidFill>
                <a:latin typeface="Arial MT"/>
                <a:cs typeface="Arial MT"/>
              </a:rPr>
              <a:t>New users can create an account with</a:t>
            </a:r>
            <a:r>
              <a:rPr sz="750" spc="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8C8CB2"/>
                </a:solidFill>
                <a:latin typeface="Arial MT"/>
                <a:cs typeface="Arial MT"/>
              </a:rPr>
              <a:t>name, email, username </a:t>
            </a:r>
            <a:r>
              <a:rPr sz="750" spc="-50" dirty="0">
                <a:solidFill>
                  <a:srgbClr val="8C8CB2"/>
                </a:solidFill>
                <a:latin typeface="Arial MT"/>
                <a:cs typeface="Arial MT"/>
              </a:rPr>
              <a:t>&amp;</a:t>
            </a:r>
            <a:r>
              <a:rPr sz="750" spc="-10" dirty="0">
                <a:solidFill>
                  <a:srgbClr val="8C8CB2"/>
                </a:solidFill>
                <a:latin typeface="Arial MT"/>
                <a:cs typeface="Arial MT"/>
              </a:rPr>
              <a:t> password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200" name="object 200"/>
          <p:cNvGrpSpPr/>
          <p:nvPr/>
        </p:nvGrpSpPr>
        <p:grpSpPr>
          <a:xfrm>
            <a:off x="534920" y="7446919"/>
            <a:ext cx="3106420" cy="874394"/>
            <a:chOff x="534920" y="7446919"/>
            <a:chExt cx="3106420" cy="874394"/>
          </a:xfrm>
        </p:grpSpPr>
        <p:sp>
          <p:nvSpPr>
            <p:cNvPr id="201" name="object 201"/>
            <p:cNvSpPr/>
            <p:nvPr/>
          </p:nvSpPr>
          <p:spPr>
            <a:xfrm>
              <a:off x="540000" y="7451999"/>
              <a:ext cx="3096260" cy="864235"/>
            </a:xfrm>
            <a:custGeom>
              <a:avLst/>
              <a:gdLst/>
              <a:ahLst/>
              <a:cxnLst/>
              <a:rect l="l" t="t" r="r" b="b"/>
              <a:pathLst>
                <a:path w="3096260" h="864234">
                  <a:moveTo>
                    <a:pt x="2951999" y="0"/>
                  </a:moveTo>
                  <a:lnTo>
                    <a:pt x="143999" y="0"/>
                  </a:lnTo>
                  <a:lnTo>
                    <a:pt x="98456" y="7334"/>
                  </a:lnTo>
                  <a:lnTo>
                    <a:pt x="58923" y="27762"/>
                  </a:lnTo>
                  <a:lnTo>
                    <a:pt x="27762" y="58923"/>
                  </a:lnTo>
                  <a:lnTo>
                    <a:pt x="7334" y="98456"/>
                  </a:lnTo>
                  <a:lnTo>
                    <a:pt x="0" y="144000"/>
                  </a:lnTo>
                  <a:lnTo>
                    <a:pt x="0" y="719999"/>
                  </a:lnTo>
                  <a:lnTo>
                    <a:pt x="7334" y="765543"/>
                  </a:lnTo>
                  <a:lnTo>
                    <a:pt x="27762" y="805076"/>
                  </a:lnTo>
                  <a:lnTo>
                    <a:pt x="58923" y="836237"/>
                  </a:lnTo>
                  <a:lnTo>
                    <a:pt x="98456" y="856665"/>
                  </a:lnTo>
                  <a:lnTo>
                    <a:pt x="143999" y="864000"/>
                  </a:lnTo>
                  <a:lnTo>
                    <a:pt x="2951999" y="864000"/>
                  </a:lnTo>
                  <a:lnTo>
                    <a:pt x="2997543" y="856665"/>
                  </a:lnTo>
                  <a:lnTo>
                    <a:pt x="3037076" y="836237"/>
                  </a:lnTo>
                  <a:lnTo>
                    <a:pt x="3068237" y="805076"/>
                  </a:lnTo>
                  <a:lnTo>
                    <a:pt x="3088665" y="765543"/>
                  </a:lnTo>
                  <a:lnTo>
                    <a:pt x="3095999" y="719999"/>
                  </a:lnTo>
                  <a:lnTo>
                    <a:pt x="3095999" y="144000"/>
                  </a:lnTo>
                  <a:lnTo>
                    <a:pt x="3088665" y="98456"/>
                  </a:lnTo>
                  <a:lnTo>
                    <a:pt x="3068237" y="58923"/>
                  </a:lnTo>
                  <a:lnTo>
                    <a:pt x="3037076" y="27762"/>
                  </a:lnTo>
                  <a:lnTo>
                    <a:pt x="2997543" y="7334"/>
                  </a:lnTo>
                  <a:lnTo>
                    <a:pt x="2951999" y="0"/>
                  </a:lnTo>
                  <a:close/>
                </a:path>
              </a:pathLst>
            </a:custGeom>
            <a:solidFill>
              <a:srgbClr val="111121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540000" y="7451999"/>
              <a:ext cx="3096260" cy="864235"/>
            </a:xfrm>
            <a:custGeom>
              <a:avLst/>
              <a:gdLst/>
              <a:ahLst/>
              <a:cxnLst/>
              <a:rect l="l" t="t" r="r" b="b"/>
              <a:pathLst>
                <a:path w="3096260" h="864234">
                  <a:moveTo>
                    <a:pt x="143999" y="864000"/>
                  </a:moveTo>
                  <a:lnTo>
                    <a:pt x="2951999" y="864000"/>
                  </a:lnTo>
                  <a:lnTo>
                    <a:pt x="2997543" y="856665"/>
                  </a:lnTo>
                  <a:lnTo>
                    <a:pt x="3037076" y="836237"/>
                  </a:lnTo>
                  <a:lnTo>
                    <a:pt x="3068237" y="805076"/>
                  </a:lnTo>
                  <a:lnTo>
                    <a:pt x="3088665" y="765543"/>
                  </a:lnTo>
                  <a:lnTo>
                    <a:pt x="3095999" y="719999"/>
                  </a:lnTo>
                  <a:lnTo>
                    <a:pt x="3095999" y="144000"/>
                  </a:lnTo>
                  <a:lnTo>
                    <a:pt x="3088665" y="98456"/>
                  </a:lnTo>
                  <a:lnTo>
                    <a:pt x="3068237" y="58923"/>
                  </a:lnTo>
                  <a:lnTo>
                    <a:pt x="3037076" y="27762"/>
                  </a:lnTo>
                  <a:lnTo>
                    <a:pt x="2997543" y="7334"/>
                  </a:lnTo>
                  <a:lnTo>
                    <a:pt x="2951999" y="0"/>
                  </a:lnTo>
                  <a:lnTo>
                    <a:pt x="143999" y="0"/>
                  </a:lnTo>
                  <a:lnTo>
                    <a:pt x="98456" y="7334"/>
                  </a:lnTo>
                  <a:lnTo>
                    <a:pt x="58923" y="27762"/>
                  </a:lnTo>
                  <a:lnTo>
                    <a:pt x="27762" y="58923"/>
                  </a:lnTo>
                  <a:lnTo>
                    <a:pt x="7334" y="98456"/>
                  </a:lnTo>
                  <a:lnTo>
                    <a:pt x="0" y="144000"/>
                  </a:lnTo>
                  <a:lnTo>
                    <a:pt x="0" y="719999"/>
                  </a:lnTo>
                  <a:lnTo>
                    <a:pt x="7334" y="765543"/>
                  </a:lnTo>
                  <a:lnTo>
                    <a:pt x="27762" y="805076"/>
                  </a:lnTo>
                  <a:lnTo>
                    <a:pt x="58923" y="836237"/>
                  </a:lnTo>
                  <a:lnTo>
                    <a:pt x="98456" y="856665"/>
                  </a:lnTo>
                  <a:lnTo>
                    <a:pt x="143999" y="864000"/>
                  </a:lnTo>
                  <a:close/>
                </a:path>
              </a:pathLst>
            </a:custGeom>
            <a:ln w="10160">
              <a:solidFill>
                <a:srgbClr val="1E1E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3" name="object 203"/>
          <p:cNvSpPr txBox="1"/>
          <p:nvPr/>
        </p:nvSpPr>
        <p:spPr>
          <a:xfrm>
            <a:off x="671300" y="7648999"/>
            <a:ext cx="2428875" cy="537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 indent="-177800">
              <a:lnSpc>
                <a:spcPct val="100000"/>
              </a:lnSpc>
              <a:spcBef>
                <a:spcPts val="100"/>
              </a:spcBef>
              <a:buFont typeface="MS Gothic"/>
              <a:buChar char="■"/>
              <a:tabLst>
                <a:tab pos="190500" algn="l"/>
              </a:tabLst>
            </a:pPr>
            <a:r>
              <a:rPr sz="900" b="1" spc="-10" dirty="0">
                <a:solidFill>
                  <a:srgbClr val="E8E8EF"/>
                </a:solidFill>
                <a:latin typeface="Arial"/>
                <a:cs typeface="Arial"/>
              </a:rPr>
              <a:t>Validation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41700"/>
              </a:lnSpc>
              <a:spcBef>
                <a:spcPts val="395"/>
              </a:spcBef>
            </a:pPr>
            <a:r>
              <a:rPr sz="750" dirty="0">
                <a:solidFill>
                  <a:srgbClr val="8C8CB2"/>
                </a:solidFill>
                <a:latin typeface="Arial MT"/>
                <a:cs typeface="Arial MT"/>
              </a:rPr>
              <a:t>Real-time form validation</a:t>
            </a:r>
            <a:r>
              <a:rPr sz="750" spc="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8C8CB2"/>
                </a:solidFill>
                <a:latin typeface="Arial MT"/>
                <a:cs typeface="Arial MT"/>
              </a:rPr>
              <a:t>with error messages</a:t>
            </a:r>
            <a:r>
              <a:rPr sz="750" spc="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8C8CB2"/>
                </a:solidFill>
                <a:latin typeface="Arial MT"/>
                <a:cs typeface="Arial MT"/>
              </a:rPr>
              <a:t>and </a:t>
            </a:r>
            <a:r>
              <a:rPr sz="750" spc="-10" dirty="0">
                <a:solidFill>
                  <a:srgbClr val="8C8CB2"/>
                </a:solidFill>
                <a:latin typeface="Arial MT"/>
                <a:cs typeface="Arial MT"/>
              </a:rPr>
              <a:t>shake animation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204" name="object 204"/>
          <p:cNvGrpSpPr/>
          <p:nvPr/>
        </p:nvGrpSpPr>
        <p:grpSpPr>
          <a:xfrm>
            <a:off x="3774919" y="7446919"/>
            <a:ext cx="3106420" cy="874394"/>
            <a:chOff x="3774919" y="7446919"/>
            <a:chExt cx="3106420" cy="874394"/>
          </a:xfrm>
        </p:grpSpPr>
        <p:sp>
          <p:nvSpPr>
            <p:cNvPr id="205" name="object 205"/>
            <p:cNvSpPr/>
            <p:nvPr/>
          </p:nvSpPr>
          <p:spPr>
            <a:xfrm>
              <a:off x="3779999" y="7451999"/>
              <a:ext cx="3096260" cy="864235"/>
            </a:xfrm>
            <a:custGeom>
              <a:avLst/>
              <a:gdLst/>
              <a:ahLst/>
              <a:cxnLst/>
              <a:rect l="l" t="t" r="r" b="b"/>
              <a:pathLst>
                <a:path w="3096259" h="864234">
                  <a:moveTo>
                    <a:pt x="2951999" y="0"/>
                  </a:moveTo>
                  <a:lnTo>
                    <a:pt x="144000" y="0"/>
                  </a:lnTo>
                  <a:lnTo>
                    <a:pt x="98456" y="7334"/>
                  </a:lnTo>
                  <a:lnTo>
                    <a:pt x="58923" y="27762"/>
                  </a:lnTo>
                  <a:lnTo>
                    <a:pt x="27762" y="58923"/>
                  </a:lnTo>
                  <a:lnTo>
                    <a:pt x="7334" y="98456"/>
                  </a:lnTo>
                  <a:lnTo>
                    <a:pt x="0" y="144000"/>
                  </a:lnTo>
                  <a:lnTo>
                    <a:pt x="0" y="719999"/>
                  </a:lnTo>
                  <a:lnTo>
                    <a:pt x="7334" y="765543"/>
                  </a:lnTo>
                  <a:lnTo>
                    <a:pt x="27762" y="805076"/>
                  </a:lnTo>
                  <a:lnTo>
                    <a:pt x="58923" y="836237"/>
                  </a:lnTo>
                  <a:lnTo>
                    <a:pt x="98456" y="856665"/>
                  </a:lnTo>
                  <a:lnTo>
                    <a:pt x="144000" y="864000"/>
                  </a:lnTo>
                  <a:lnTo>
                    <a:pt x="2951999" y="864000"/>
                  </a:lnTo>
                  <a:lnTo>
                    <a:pt x="2997543" y="856665"/>
                  </a:lnTo>
                  <a:lnTo>
                    <a:pt x="3037076" y="836237"/>
                  </a:lnTo>
                  <a:lnTo>
                    <a:pt x="3068237" y="805076"/>
                  </a:lnTo>
                  <a:lnTo>
                    <a:pt x="3088665" y="765543"/>
                  </a:lnTo>
                  <a:lnTo>
                    <a:pt x="3095999" y="719999"/>
                  </a:lnTo>
                  <a:lnTo>
                    <a:pt x="3095999" y="144000"/>
                  </a:lnTo>
                  <a:lnTo>
                    <a:pt x="3088665" y="98456"/>
                  </a:lnTo>
                  <a:lnTo>
                    <a:pt x="3068237" y="58923"/>
                  </a:lnTo>
                  <a:lnTo>
                    <a:pt x="3037076" y="27762"/>
                  </a:lnTo>
                  <a:lnTo>
                    <a:pt x="2997543" y="7334"/>
                  </a:lnTo>
                  <a:lnTo>
                    <a:pt x="2951999" y="0"/>
                  </a:lnTo>
                  <a:close/>
                </a:path>
              </a:pathLst>
            </a:custGeom>
            <a:solidFill>
              <a:srgbClr val="111121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3779999" y="7451999"/>
              <a:ext cx="3096260" cy="864235"/>
            </a:xfrm>
            <a:custGeom>
              <a:avLst/>
              <a:gdLst/>
              <a:ahLst/>
              <a:cxnLst/>
              <a:rect l="l" t="t" r="r" b="b"/>
              <a:pathLst>
                <a:path w="3096259" h="864234">
                  <a:moveTo>
                    <a:pt x="144000" y="864000"/>
                  </a:moveTo>
                  <a:lnTo>
                    <a:pt x="2951999" y="864000"/>
                  </a:lnTo>
                  <a:lnTo>
                    <a:pt x="2997543" y="856665"/>
                  </a:lnTo>
                  <a:lnTo>
                    <a:pt x="3037076" y="836237"/>
                  </a:lnTo>
                  <a:lnTo>
                    <a:pt x="3068237" y="805076"/>
                  </a:lnTo>
                  <a:lnTo>
                    <a:pt x="3088665" y="765543"/>
                  </a:lnTo>
                  <a:lnTo>
                    <a:pt x="3095999" y="719999"/>
                  </a:lnTo>
                  <a:lnTo>
                    <a:pt x="3095999" y="144000"/>
                  </a:lnTo>
                  <a:lnTo>
                    <a:pt x="3088665" y="98456"/>
                  </a:lnTo>
                  <a:lnTo>
                    <a:pt x="3068237" y="58923"/>
                  </a:lnTo>
                  <a:lnTo>
                    <a:pt x="3037076" y="27762"/>
                  </a:lnTo>
                  <a:lnTo>
                    <a:pt x="2997543" y="7334"/>
                  </a:lnTo>
                  <a:lnTo>
                    <a:pt x="2951999" y="0"/>
                  </a:lnTo>
                  <a:lnTo>
                    <a:pt x="144000" y="0"/>
                  </a:lnTo>
                  <a:lnTo>
                    <a:pt x="98456" y="7334"/>
                  </a:lnTo>
                  <a:lnTo>
                    <a:pt x="58923" y="27762"/>
                  </a:lnTo>
                  <a:lnTo>
                    <a:pt x="27762" y="58923"/>
                  </a:lnTo>
                  <a:lnTo>
                    <a:pt x="7334" y="98456"/>
                  </a:lnTo>
                  <a:lnTo>
                    <a:pt x="0" y="144000"/>
                  </a:lnTo>
                  <a:lnTo>
                    <a:pt x="0" y="719999"/>
                  </a:lnTo>
                  <a:lnTo>
                    <a:pt x="7334" y="765543"/>
                  </a:lnTo>
                  <a:lnTo>
                    <a:pt x="27762" y="805076"/>
                  </a:lnTo>
                  <a:lnTo>
                    <a:pt x="58923" y="836237"/>
                  </a:lnTo>
                  <a:lnTo>
                    <a:pt x="98456" y="856665"/>
                  </a:lnTo>
                  <a:lnTo>
                    <a:pt x="144000" y="864000"/>
                  </a:lnTo>
                  <a:close/>
                </a:path>
              </a:pathLst>
            </a:custGeom>
            <a:ln w="10160">
              <a:solidFill>
                <a:srgbClr val="1E1E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7" name="object 207"/>
          <p:cNvSpPr txBox="1"/>
          <p:nvPr/>
        </p:nvSpPr>
        <p:spPr>
          <a:xfrm>
            <a:off x="3911300" y="7648999"/>
            <a:ext cx="2416175" cy="537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 indent="-177800">
              <a:lnSpc>
                <a:spcPct val="100000"/>
              </a:lnSpc>
              <a:spcBef>
                <a:spcPts val="100"/>
              </a:spcBef>
              <a:buFont typeface="MS Gothic"/>
              <a:buChar char="■"/>
              <a:tabLst>
                <a:tab pos="190500" algn="l"/>
              </a:tabLst>
            </a:pPr>
            <a:r>
              <a:rPr sz="900" b="1" dirty="0">
                <a:solidFill>
                  <a:srgbClr val="E8E8EF"/>
                </a:solidFill>
                <a:latin typeface="Arial"/>
                <a:cs typeface="Arial"/>
              </a:rPr>
              <a:t>Data </a:t>
            </a:r>
            <a:r>
              <a:rPr sz="900" b="1" spc="-10" dirty="0">
                <a:solidFill>
                  <a:srgbClr val="E8E8EF"/>
                </a:solidFill>
                <a:latin typeface="Arial"/>
                <a:cs typeface="Arial"/>
              </a:rPr>
              <a:t>Storage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41700"/>
              </a:lnSpc>
              <a:spcBef>
                <a:spcPts val="395"/>
              </a:spcBef>
            </a:pPr>
            <a:r>
              <a:rPr sz="750" dirty="0">
                <a:solidFill>
                  <a:srgbClr val="8C8CB2"/>
                </a:solidFill>
                <a:latin typeface="Arial MT"/>
                <a:cs typeface="Arial MT"/>
              </a:rPr>
              <a:t>User records stored persistently (LocalStorage = </a:t>
            </a:r>
            <a:r>
              <a:rPr sz="750" spc="-10" dirty="0">
                <a:solidFill>
                  <a:srgbClr val="8C8CB2"/>
                </a:solidFill>
                <a:latin typeface="Arial MT"/>
                <a:cs typeface="Arial MT"/>
              </a:rPr>
              <a:t>MySQL simulation)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208" name="object 208"/>
          <p:cNvGrpSpPr/>
          <p:nvPr/>
        </p:nvGrpSpPr>
        <p:grpSpPr>
          <a:xfrm>
            <a:off x="534920" y="8454920"/>
            <a:ext cx="3106420" cy="874394"/>
            <a:chOff x="534920" y="8454920"/>
            <a:chExt cx="3106420" cy="874394"/>
          </a:xfrm>
        </p:grpSpPr>
        <p:sp>
          <p:nvSpPr>
            <p:cNvPr id="209" name="object 209"/>
            <p:cNvSpPr/>
            <p:nvPr/>
          </p:nvSpPr>
          <p:spPr>
            <a:xfrm>
              <a:off x="540000" y="8460000"/>
              <a:ext cx="3096260" cy="864235"/>
            </a:xfrm>
            <a:custGeom>
              <a:avLst/>
              <a:gdLst/>
              <a:ahLst/>
              <a:cxnLst/>
              <a:rect l="l" t="t" r="r" b="b"/>
              <a:pathLst>
                <a:path w="3096260" h="864234">
                  <a:moveTo>
                    <a:pt x="2951999" y="0"/>
                  </a:moveTo>
                  <a:lnTo>
                    <a:pt x="143999" y="0"/>
                  </a:lnTo>
                  <a:lnTo>
                    <a:pt x="98456" y="7334"/>
                  </a:lnTo>
                  <a:lnTo>
                    <a:pt x="58923" y="27762"/>
                  </a:lnTo>
                  <a:lnTo>
                    <a:pt x="27762" y="58923"/>
                  </a:lnTo>
                  <a:lnTo>
                    <a:pt x="7334" y="98456"/>
                  </a:lnTo>
                  <a:lnTo>
                    <a:pt x="0" y="144000"/>
                  </a:lnTo>
                  <a:lnTo>
                    <a:pt x="0" y="719999"/>
                  </a:lnTo>
                  <a:lnTo>
                    <a:pt x="7334" y="765543"/>
                  </a:lnTo>
                  <a:lnTo>
                    <a:pt x="27762" y="805076"/>
                  </a:lnTo>
                  <a:lnTo>
                    <a:pt x="58923" y="836237"/>
                  </a:lnTo>
                  <a:lnTo>
                    <a:pt x="98456" y="856665"/>
                  </a:lnTo>
                  <a:lnTo>
                    <a:pt x="143999" y="864000"/>
                  </a:lnTo>
                  <a:lnTo>
                    <a:pt x="2951999" y="864000"/>
                  </a:lnTo>
                  <a:lnTo>
                    <a:pt x="2997543" y="856665"/>
                  </a:lnTo>
                  <a:lnTo>
                    <a:pt x="3037076" y="836237"/>
                  </a:lnTo>
                  <a:lnTo>
                    <a:pt x="3068237" y="805076"/>
                  </a:lnTo>
                  <a:lnTo>
                    <a:pt x="3088665" y="765543"/>
                  </a:lnTo>
                  <a:lnTo>
                    <a:pt x="3095999" y="719999"/>
                  </a:lnTo>
                  <a:lnTo>
                    <a:pt x="3095999" y="144000"/>
                  </a:lnTo>
                  <a:lnTo>
                    <a:pt x="3088665" y="98456"/>
                  </a:lnTo>
                  <a:lnTo>
                    <a:pt x="3068237" y="58923"/>
                  </a:lnTo>
                  <a:lnTo>
                    <a:pt x="3037076" y="27762"/>
                  </a:lnTo>
                  <a:lnTo>
                    <a:pt x="2997543" y="7334"/>
                  </a:lnTo>
                  <a:lnTo>
                    <a:pt x="2951999" y="0"/>
                  </a:lnTo>
                  <a:close/>
                </a:path>
              </a:pathLst>
            </a:custGeom>
            <a:solidFill>
              <a:srgbClr val="111121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540000" y="8460000"/>
              <a:ext cx="3096260" cy="864235"/>
            </a:xfrm>
            <a:custGeom>
              <a:avLst/>
              <a:gdLst/>
              <a:ahLst/>
              <a:cxnLst/>
              <a:rect l="l" t="t" r="r" b="b"/>
              <a:pathLst>
                <a:path w="3096260" h="864234">
                  <a:moveTo>
                    <a:pt x="143999" y="864000"/>
                  </a:moveTo>
                  <a:lnTo>
                    <a:pt x="2951999" y="864000"/>
                  </a:lnTo>
                  <a:lnTo>
                    <a:pt x="2997543" y="856665"/>
                  </a:lnTo>
                  <a:lnTo>
                    <a:pt x="3037076" y="836237"/>
                  </a:lnTo>
                  <a:lnTo>
                    <a:pt x="3068237" y="805076"/>
                  </a:lnTo>
                  <a:lnTo>
                    <a:pt x="3088665" y="765543"/>
                  </a:lnTo>
                  <a:lnTo>
                    <a:pt x="3095999" y="719999"/>
                  </a:lnTo>
                  <a:lnTo>
                    <a:pt x="3095999" y="144000"/>
                  </a:lnTo>
                  <a:lnTo>
                    <a:pt x="3088665" y="98456"/>
                  </a:lnTo>
                  <a:lnTo>
                    <a:pt x="3068237" y="58923"/>
                  </a:lnTo>
                  <a:lnTo>
                    <a:pt x="3037076" y="27762"/>
                  </a:lnTo>
                  <a:lnTo>
                    <a:pt x="2997543" y="7334"/>
                  </a:lnTo>
                  <a:lnTo>
                    <a:pt x="2951999" y="0"/>
                  </a:lnTo>
                  <a:lnTo>
                    <a:pt x="143999" y="0"/>
                  </a:lnTo>
                  <a:lnTo>
                    <a:pt x="98456" y="7334"/>
                  </a:lnTo>
                  <a:lnTo>
                    <a:pt x="58923" y="27762"/>
                  </a:lnTo>
                  <a:lnTo>
                    <a:pt x="27762" y="58923"/>
                  </a:lnTo>
                  <a:lnTo>
                    <a:pt x="7334" y="98456"/>
                  </a:lnTo>
                  <a:lnTo>
                    <a:pt x="0" y="144000"/>
                  </a:lnTo>
                  <a:lnTo>
                    <a:pt x="0" y="719999"/>
                  </a:lnTo>
                  <a:lnTo>
                    <a:pt x="7334" y="765543"/>
                  </a:lnTo>
                  <a:lnTo>
                    <a:pt x="27762" y="805076"/>
                  </a:lnTo>
                  <a:lnTo>
                    <a:pt x="58923" y="836237"/>
                  </a:lnTo>
                  <a:lnTo>
                    <a:pt x="98456" y="856665"/>
                  </a:lnTo>
                  <a:lnTo>
                    <a:pt x="143999" y="864000"/>
                  </a:lnTo>
                  <a:close/>
                </a:path>
              </a:pathLst>
            </a:custGeom>
            <a:ln w="10160">
              <a:solidFill>
                <a:srgbClr val="1E1E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1" name="object 211"/>
          <p:cNvSpPr txBox="1"/>
          <p:nvPr/>
        </p:nvSpPr>
        <p:spPr>
          <a:xfrm>
            <a:off x="671300" y="8657000"/>
            <a:ext cx="2461260" cy="375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 indent="-177800">
              <a:lnSpc>
                <a:spcPct val="100000"/>
              </a:lnSpc>
              <a:spcBef>
                <a:spcPts val="100"/>
              </a:spcBef>
              <a:buFont typeface="MS Gothic"/>
              <a:buChar char="■"/>
              <a:tabLst>
                <a:tab pos="190500" algn="l"/>
              </a:tabLst>
            </a:pPr>
            <a:r>
              <a:rPr sz="900" b="1" spc="-10" dirty="0">
                <a:solidFill>
                  <a:srgbClr val="E8E8EF"/>
                </a:solidFill>
                <a:latin typeface="Arial"/>
                <a:cs typeface="Arial"/>
              </a:rPr>
              <a:t>Transitions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750" dirty="0">
                <a:solidFill>
                  <a:srgbClr val="8C8CB2"/>
                </a:solidFill>
                <a:latin typeface="Arial MT"/>
                <a:cs typeface="Arial MT"/>
              </a:rPr>
              <a:t>Smooth page animations,</a:t>
            </a:r>
            <a:r>
              <a:rPr sz="750" spc="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8C8CB2"/>
                </a:solidFill>
                <a:latin typeface="Arial MT"/>
                <a:cs typeface="Arial MT"/>
              </a:rPr>
              <a:t>ripple effects, toast</a:t>
            </a:r>
            <a:r>
              <a:rPr sz="750" spc="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8C8CB2"/>
                </a:solidFill>
                <a:latin typeface="Arial MT"/>
                <a:cs typeface="Arial MT"/>
              </a:rPr>
              <a:t>notifications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212" name="object 212"/>
          <p:cNvGrpSpPr/>
          <p:nvPr/>
        </p:nvGrpSpPr>
        <p:grpSpPr>
          <a:xfrm>
            <a:off x="3774919" y="8454920"/>
            <a:ext cx="3106420" cy="874394"/>
            <a:chOff x="3774919" y="8454920"/>
            <a:chExt cx="3106420" cy="874394"/>
          </a:xfrm>
        </p:grpSpPr>
        <p:sp>
          <p:nvSpPr>
            <p:cNvPr id="213" name="object 213"/>
            <p:cNvSpPr/>
            <p:nvPr/>
          </p:nvSpPr>
          <p:spPr>
            <a:xfrm>
              <a:off x="3779999" y="8460000"/>
              <a:ext cx="3096260" cy="864235"/>
            </a:xfrm>
            <a:custGeom>
              <a:avLst/>
              <a:gdLst/>
              <a:ahLst/>
              <a:cxnLst/>
              <a:rect l="l" t="t" r="r" b="b"/>
              <a:pathLst>
                <a:path w="3096259" h="864234">
                  <a:moveTo>
                    <a:pt x="2951999" y="0"/>
                  </a:moveTo>
                  <a:lnTo>
                    <a:pt x="144000" y="0"/>
                  </a:lnTo>
                  <a:lnTo>
                    <a:pt x="98456" y="7334"/>
                  </a:lnTo>
                  <a:lnTo>
                    <a:pt x="58923" y="27762"/>
                  </a:lnTo>
                  <a:lnTo>
                    <a:pt x="27762" y="58923"/>
                  </a:lnTo>
                  <a:lnTo>
                    <a:pt x="7334" y="98456"/>
                  </a:lnTo>
                  <a:lnTo>
                    <a:pt x="0" y="144000"/>
                  </a:lnTo>
                  <a:lnTo>
                    <a:pt x="0" y="719999"/>
                  </a:lnTo>
                  <a:lnTo>
                    <a:pt x="7334" y="765543"/>
                  </a:lnTo>
                  <a:lnTo>
                    <a:pt x="27762" y="805076"/>
                  </a:lnTo>
                  <a:lnTo>
                    <a:pt x="58923" y="836237"/>
                  </a:lnTo>
                  <a:lnTo>
                    <a:pt x="98456" y="856665"/>
                  </a:lnTo>
                  <a:lnTo>
                    <a:pt x="144000" y="864000"/>
                  </a:lnTo>
                  <a:lnTo>
                    <a:pt x="2951999" y="864000"/>
                  </a:lnTo>
                  <a:lnTo>
                    <a:pt x="2997543" y="856665"/>
                  </a:lnTo>
                  <a:lnTo>
                    <a:pt x="3037076" y="836237"/>
                  </a:lnTo>
                  <a:lnTo>
                    <a:pt x="3068237" y="805076"/>
                  </a:lnTo>
                  <a:lnTo>
                    <a:pt x="3088665" y="765543"/>
                  </a:lnTo>
                  <a:lnTo>
                    <a:pt x="3095999" y="719999"/>
                  </a:lnTo>
                  <a:lnTo>
                    <a:pt x="3095999" y="144000"/>
                  </a:lnTo>
                  <a:lnTo>
                    <a:pt x="3088665" y="98456"/>
                  </a:lnTo>
                  <a:lnTo>
                    <a:pt x="3068237" y="58923"/>
                  </a:lnTo>
                  <a:lnTo>
                    <a:pt x="3037076" y="27762"/>
                  </a:lnTo>
                  <a:lnTo>
                    <a:pt x="2997543" y="7334"/>
                  </a:lnTo>
                  <a:lnTo>
                    <a:pt x="2951999" y="0"/>
                  </a:lnTo>
                  <a:close/>
                </a:path>
              </a:pathLst>
            </a:custGeom>
            <a:solidFill>
              <a:srgbClr val="111121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3779999" y="8460000"/>
              <a:ext cx="3096260" cy="864235"/>
            </a:xfrm>
            <a:custGeom>
              <a:avLst/>
              <a:gdLst/>
              <a:ahLst/>
              <a:cxnLst/>
              <a:rect l="l" t="t" r="r" b="b"/>
              <a:pathLst>
                <a:path w="3096259" h="864234">
                  <a:moveTo>
                    <a:pt x="144000" y="864000"/>
                  </a:moveTo>
                  <a:lnTo>
                    <a:pt x="2951999" y="864000"/>
                  </a:lnTo>
                  <a:lnTo>
                    <a:pt x="2997543" y="856665"/>
                  </a:lnTo>
                  <a:lnTo>
                    <a:pt x="3037076" y="836237"/>
                  </a:lnTo>
                  <a:lnTo>
                    <a:pt x="3068237" y="805076"/>
                  </a:lnTo>
                  <a:lnTo>
                    <a:pt x="3088665" y="765543"/>
                  </a:lnTo>
                  <a:lnTo>
                    <a:pt x="3095999" y="719999"/>
                  </a:lnTo>
                  <a:lnTo>
                    <a:pt x="3095999" y="144000"/>
                  </a:lnTo>
                  <a:lnTo>
                    <a:pt x="3088665" y="98456"/>
                  </a:lnTo>
                  <a:lnTo>
                    <a:pt x="3068237" y="58923"/>
                  </a:lnTo>
                  <a:lnTo>
                    <a:pt x="3037076" y="27762"/>
                  </a:lnTo>
                  <a:lnTo>
                    <a:pt x="2997543" y="7334"/>
                  </a:lnTo>
                  <a:lnTo>
                    <a:pt x="2951999" y="0"/>
                  </a:lnTo>
                  <a:lnTo>
                    <a:pt x="144000" y="0"/>
                  </a:lnTo>
                  <a:lnTo>
                    <a:pt x="98456" y="7334"/>
                  </a:lnTo>
                  <a:lnTo>
                    <a:pt x="58923" y="27762"/>
                  </a:lnTo>
                  <a:lnTo>
                    <a:pt x="27762" y="58923"/>
                  </a:lnTo>
                  <a:lnTo>
                    <a:pt x="7334" y="98456"/>
                  </a:lnTo>
                  <a:lnTo>
                    <a:pt x="0" y="144000"/>
                  </a:lnTo>
                  <a:lnTo>
                    <a:pt x="0" y="719999"/>
                  </a:lnTo>
                  <a:lnTo>
                    <a:pt x="7334" y="765543"/>
                  </a:lnTo>
                  <a:lnTo>
                    <a:pt x="27762" y="805076"/>
                  </a:lnTo>
                  <a:lnTo>
                    <a:pt x="58923" y="836237"/>
                  </a:lnTo>
                  <a:lnTo>
                    <a:pt x="98456" y="856665"/>
                  </a:lnTo>
                  <a:lnTo>
                    <a:pt x="144000" y="864000"/>
                  </a:lnTo>
                  <a:close/>
                </a:path>
              </a:pathLst>
            </a:custGeom>
            <a:ln w="10160">
              <a:solidFill>
                <a:srgbClr val="1E1E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5" name="object 215"/>
          <p:cNvSpPr txBox="1"/>
          <p:nvPr/>
        </p:nvSpPr>
        <p:spPr>
          <a:xfrm>
            <a:off x="3911300" y="8657000"/>
            <a:ext cx="2651760" cy="375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 indent="-177800">
              <a:lnSpc>
                <a:spcPct val="100000"/>
              </a:lnSpc>
              <a:spcBef>
                <a:spcPts val="100"/>
              </a:spcBef>
              <a:buFont typeface="MS Gothic"/>
              <a:buChar char="■"/>
              <a:tabLst>
                <a:tab pos="190500" algn="l"/>
              </a:tabLst>
            </a:pPr>
            <a:r>
              <a:rPr sz="900" b="1" dirty="0">
                <a:solidFill>
                  <a:srgbClr val="E8E8EF"/>
                </a:solidFill>
                <a:latin typeface="Arial"/>
                <a:cs typeface="Arial"/>
              </a:rPr>
              <a:t>Project </a:t>
            </a:r>
            <a:r>
              <a:rPr sz="900" b="1" spc="-20" dirty="0">
                <a:solidFill>
                  <a:srgbClr val="E8E8EF"/>
                </a:solidFill>
                <a:latin typeface="Arial"/>
                <a:cs typeface="Arial"/>
              </a:rPr>
              <a:t>Page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750" dirty="0">
                <a:solidFill>
                  <a:srgbClr val="8C8CB2"/>
                </a:solidFill>
                <a:latin typeface="Arial MT"/>
                <a:cs typeface="Arial MT"/>
              </a:rPr>
              <a:t>Post-login blank workspace</a:t>
            </a:r>
            <a:r>
              <a:rPr sz="750" spc="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8C8CB2"/>
                </a:solidFill>
                <a:latin typeface="Arial MT"/>
                <a:cs typeface="Arial MT"/>
              </a:rPr>
              <a:t>ready for</a:t>
            </a:r>
            <a:r>
              <a:rPr sz="750" spc="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8C8CB2"/>
                </a:solidFill>
                <a:latin typeface="Arial MT"/>
                <a:cs typeface="Arial MT"/>
              </a:rPr>
              <a:t>your own</a:t>
            </a:r>
            <a:r>
              <a:rPr sz="750" spc="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8C8CB2"/>
                </a:solidFill>
                <a:latin typeface="Arial MT"/>
                <a:cs typeface="Arial MT"/>
              </a:rPr>
              <a:t>project </a:t>
            </a:r>
            <a:r>
              <a:rPr sz="750" spc="-10" dirty="0">
                <a:solidFill>
                  <a:srgbClr val="8C8CB2"/>
                </a:solidFill>
                <a:latin typeface="Arial MT"/>
                <a:cs typeface="Arial MT"/>
              </a:rPr>
              <a:t>content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216" name="object 2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Login</a:t>
            </a:r>
            <a:r>
              <a:rPr spc="-5" dirty="0"/>
              <a:t> </a:t>
            </a:r>
            <a:r>
              <a:rPr dirty="0"/>
              <a:t>&amp;</a:t>
            </a:r>
            <a:r>
              <a:rPr spc="-5" dirty="0"/>
              <a:t> </a:t>
            </a:r>
            <a:r>
              <a:rPr dirty="0"/>
              <a:t>Registration</a:t>
            </a:r>
            <a:r>
              <a:rPr spc="-5" dirty="0"/>
              <a:t> </a:t>
            </a:r>
            <a:r>
              <a:rPr dirty="0"/>
              <a:t>System</a:t>
            </a:r>
            <a:r>
              <a:rPr spc="190" dirty="0"/>
              <a:t> </a:t>
            </a:r>
            <a:r>
              <a:rPr dirty="0"/>
              <a:t>//</a:t>
            </a:r>
            <a:r>
              <a:rPr spc="190" dirty="0"/>
              <a:t> </a:t>
            </a:r>
            <a:r>
              <a:rPr dirty="0"/>
              <a:t>Page</a:t>
            </a:r>
            <a:r>
              <a:rPr spc="-5" dirty="0"/>
              <a:t> </a:t>
            </a: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CCCDCC29-46A0-8C58-0899-5A60EA9DAD85}"/>
              </a:ext>
            </a:extLst>
          </p:cNvPr>
          <p:cNvSpPr txBox="1"/>
          <p:nvPr/>
        </p:nvSpPr>
        <p:spPr>
          <a:xfrm>
            <a:off x="1438556" y="2660996"/>
            <a:ext cx="50544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bg1"/>
                </a:solidFill>
                <a:latin typeface="Algerian" panose="04020705040A02060702" pitchFamily="82" charset="0"/>
                <a:cs typeface="Arial MT"/>
              </a:rPr>
              <a:t>BY: SOUNDARAJAN A S </a:t>
            </a:r>
            <a:br>
              <a:rPr lang="en-IN" sz="1800" b="1" dirty="0">
                <a:solidFill>
                  <a:schemeClr val="bg1"/>
                </a:solidFill>
                <a:latin typeface="Algerian" panose="04020705040A02060702" pitchFamily="82" charset="0"/>
                <a:cs typeface="Arial MT"/>
              </a:rPr>
            </a:br>
            <a:r>
              <a:rPr lang="en-IN" sz="1800" b="1" dirty="0">
                <a:solidFill>
                  <a:schemeClr val="bg1"/>
                </a:solidFill>
                <a:latin typeface="Algerian" panose="04020705040A02060702" pitchFamily="82" charset="0"/>
                <a:cs typeface="Arial MT"/>
              </a:rPr>
              <a:t>REGISTER NUMBER: 922525243210</a:t>
            </a:r>
            <a:br>
              <a:rPr lang="en-IN" sz="1800" b="1" dirty="0">
                <a:solidFill>
                  <a:schemeClr val="bg1"/>
                </a:solidFill>
                <a:latin typeface="Algerian" panose="04020705040A02060702" pitchFamily="82" charset="0"/>
                <a:cs typeface="Arial MT"/>
              </a:rPr>
            </a:br>
            <a:r>
              <a:rPr lang="en-IN" sz="1800" b="1" dirty="0">
                <a:solidFill>
                  <a:schemeClr val="bg1"/>
                </a:solidFill>
                <a:latin typeface="Algerian" panose="04020705040A02060702" pitchFamily="82" charset="0"/>
                <a:cs typeface="Arial MT"/>
              </a:rPr>
              <a:t>DEPARTMENT: II-</a:t>
            </a:r>
            <a:r>
              <a:rPr lang="en-IN" sz="1800" b="1" dirty="0" err="1">
                <a:solidFill>
                  <a:schemeClr val="bg1"/>
                </a:solidFill>
                <a:latin typeface="Algerian" panose="04020705040A02060702" pitchFamily="82" charset="0"/>
                <a:cs typeface="Arial MT"/>
              </a:rPr>
              <a:t>B.</a:t>
            </a:r>
            <a:r>
              <a:rPr lang="en-IN" b="1" dirty="0" err="1">
                <a:solidFill>
                  <a:schemeClr val="bg1"/>
                </a:solidFill>
                <a:latin typeface="Algerian" panose="04020705040A02060702" pitchFamily="82" charset="0"/>
                <a:cs typeface="Arial MT"/>
              </a:rPr>
              <a:t>Tech</a:t>
            </a:r>
            <a:r>
              <a:rPr lang="en-IN" sz="1800" b="1" dirty="0">
                <a:solidFill>
                  <a:schemeClr val="bg1"/>
                </a:solidFill>
                <a:latin typeface="Algerian" panose="04020705040A02060702" pitchFamily="82" charset="0"/>
                <a:cs typeface="Arial MT"/>
              </a:rPr>
              <a:t> AIDS D SECTIONS</a:t>
            </a:r>
            <a:endParaRPr lang="en-IN" b="1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300" y="576099"/>
            <a:ext cx="9969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E8E8EF"/>
                </a:solidFill>
                <a:latin typeface="Arial"/>
                <a:cs typeface="Arial"/>
              </a:rPr>
              <a:t>User </a:t>
            </a:r>
            <a:r>
              <a:rPr sz="1600" b="1" spc="-20" dirty="0">
                <a:solidFill>
                  <a:srgbClr val="E8E8EF"/>
                </a:solidFill>
                <a:latin typeface="Arial"/>
                <a:cs typeface="Arial"/>
              </a:rPr>
              <a:t>Flow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40000" y="962475"/>
            <a:ext cx="1980564" cy="19050"/>
            <a:chOff x="540000" y="962475"/>
            <a:chExt cx="1980564" cy="19050"/>
          </a:xfrm>
        </p:grpSpPr>
        <p:sp>
          <p:nvSpPr>
            <p:cNvPr id="4" name="object 4"/>
            <p:cNvSpPr/>
            <p:nvPr/>
          </p:nvSpPr>
          <p:spPr>
            <a:xfrm>
              <a:off x="540000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9050">
              <a:solidFill>
                <a:srgbClr val="443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9499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9050">
              <a:solidFill>
                <a:srgbClr val="493E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9000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9050">
              <a:solidFill>
                <a:srgbClr val="4E3F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8500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9050">
              <a:solidFill>
                <a:srgbClr val="5240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8000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9050">
              <a:solidFill>
                <a:srgbClr val="5741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7499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9050">
              <a:solidFill>
                <a:srgbClr val="5C4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37000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9050">
              <a:solidFill>
                <a:srgbClr val="6043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86500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9050">
              <a:solidFill>
                <a:srgbClr val="6544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36000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9050">
              <a:solidFill>
                <a:srgbClr val="6A45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85500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9050">
              <a:solidFill>
                <a:srgbClr val="6E46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35000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9050">
              <a:solidFill>
                <a:srgbClr val="7347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84499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9050">
              <a:solidFill>
                <a:srgbClr val="7848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34000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9050">
              <a:solidFill>
                <a:srgbClr val="7C49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83500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9050">
              <a:solidFill>
                <a:srgbClr val="814A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32999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9050">
              <a:solidFill>
                <a:srgbClr val="864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82500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9050">
              <a:solidFill>
                <a:srgbClr val="8A4C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32000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9050">
              <a:solidFill>
                <a:srgbClr val="8F4D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81499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9050">
              <a:solidFill>
                <a:srgbClr val="934E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31000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9050">
              <a:solidFill>
                <a:srgbClr val="984F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80499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9050">
              <a:solidFill>
                <a:srgbClr val="9D50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29999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9050">
              <a:solidFill>
                <a:srgbClr val="A15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79500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9050">
              <a:solidFill>
                <a:srgbClr val="A652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28999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9050">
              <a:solidFill>
                <a:srgbClr val="AB53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78500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9050">
              <a:solidFill>
                <a:srgbClr val="AF54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28000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9050">
              <a:solidFill>
                <a:srgbClr val="B455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77499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9050">
              <a:solidFill>
                <a:srgbClr val="B956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827000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9050">
              <a:solidFill>
                <a:srgbClr val="BD57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876499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9050">
              <a:solidFill>
                <a:srgbClr val="C258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25999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9050">
              <a:solidFill>
                <a:srgbClr val="C759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75500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9050">
              <a:solidFill>
                <a:srgbClr val="CB5A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24999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9050">
              <a:solidFill>
                <a:srgbClr val="D05B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74500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9050">
              <a:solidFill>
                <a:srgbClr val="D55C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124000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9050">
              <a:solidFill>
                <a:srgbClr val="D95D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173499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9050">
              <a:solidFill>
                <a:srgbClr val="DE5E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223000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9050">
              <a:solidFill>
                <a:srgbClr val="E35F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272499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9050">
              <a:solidFill>
                <a:srgbClr val="E760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21999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9050">
              <a:solidFill>
                <a:srgbClr val="EC61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71500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9050">
              <a:solidFill>
                <a:srgbClr val="F16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420999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9050">
              <a:solidFill>
                <a:srgbClr val="F563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470500" y="97200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9050">
              <a:solidFill>
                <a:srgbClr val="FA64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3521650" y="1325649"/>
            <a:ext cx="516890" cy="913130"/>
            <a:chOff x="3521650" y="1325649"/>
            <a:chExt cx="516890" cy="913130"/>
          </a:xfrm>
        </p:grpSpPr>
        <p:sp>
          <p:nvSpPr>
            <p:cNvPr id="45" name="object 45"/>
            <p:cNvSpPr/>
            <p:nvPr/>
          </p:nvSpPr>
          <p:spPr>
            <a:xfrm>
              <a:off x="3779999" y="1836000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5999"/>
                  </a:lnTo>
                </a:path>
              </a:pathLst>
            </a:custGeom>
            <a:ln w="12700">
              <a:solidFill>
                <a:srgbClr val="443D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528000" y="1331999"/>
              <a:ext cx="504190" cy="504190"/>
            </a:xfrm>
            <a:custGeom>
              <a:avLst/>
              <a:gdLst/>
              <a:ahLst/>
              <a:cxnLst/>
              <a:rect l="l" t="t" r="r" b="b"/>
              <a:pathLst>
                <a:path w="504189" h="504189">
                  <a:moveTo>
                    <a:pt x="251999" y="0"/>
                  </a:moveTo>
                  <a:lnTo>
                    <a:pt x="206702" y="4060"/>
                  </a:lnTo>
                  <a:lnTo>
                    <a:pt x="164068" y="15765"/>
                  </a:lnTo>
                  <a:lnTo>
                    <a:pt x="124810" y="34405"/>
                  </a:lnTo>
                  <a:lnTo>
                    <a:pt x="89639" y="59267"/>
                  </a:lnTo>
                  <a:lnTo>
                    <a:pt x="59267" y="89639"/>
                  </a:lnTo>
                  <a:lnTo>
                    <a:pt x="34405" y="124810"/>
                  </a:lnTo>
                  <a:lnTo>
                    <a:pt x="15765" y="164068"/>
                  </a:lnTo>
                  <a:lnTo>
                    <a:pt x="4060" y="206702"/>
                  </a:lnTo>
                  <a:lnTo>
                    <a:pt x="0" y="251999"/>
                  </a:lnTo>
                  <a:lnTo>
                    <a:pt x="4060" y="297297"/>
                  </a:lnTo>
                  <a:lnTo>
                    <a:pt x="15765" y="339931"/>
                  </a:lnTo>
                  <a:lnTo>
                    <a:pt x="34405" y="379189"/>
                  </a:lnTo>
                  <a:lnTo>
                    <a:pt x="59267" y="414360"/>
                  </a:lnTo>
                  <a:lnTo>
                    <a:pt x="89639" y="444733"/>
                  </a:lnTo>
                  <a:lnTo>
                    <a:pt x="124810" y="469595"/>
                  </a:lnTo>
                  <a:lnTo>
                    <a:pt x="164068" y="488235"/>
                  </a:lnTo>
                  <a:lnTo>
                    <a:pt x="206702" y="499940"/>
                  </a:lnTo>
                  <a:lnTo>
                    <a:pt x="251999" y="504000"/>
                  </a:lnTo>
                  <a:lnTo>
                    <a:pt x="297296" y="499940"/>
                  </a:lnTo>
                  <a:lnTo>
                    <a:pt x="339930" y="488235"/>
                  </a:lnTo>
                  <a:lnTo>
                    <a:pt x="379188" y="469595"/>
                  </a:lnTo>
                  <a:lnTo>
                    <a:pt x="414359" y="444733"/>
                  </a:lnTo>
                  <a:lnTo>
                    <a:pt x="444732" y="414360"/>
                  </a:lnTo>
                  <a:lnTo>
                    <a:pt x="469594" y="379189"/>
                  </a:lnTo>
                  <a:lnTo>
                    <a:pt x="488233" y="339931"/>
                  </a:lnTo>
                  <a:lnTo>
                    <a:pt x="499939" y="297297"/>
                  </a:lnTo>
                  <a:lnTo>
                    <a:pt x="503999" y="251999"/>
                  </a:lnTo>
                  <a:lnTo>
                    <a:pt x="499939" y="206702"/>
                  </a:lnTo>
                  <a:lnTo>
                    <a:pt x="488233" y="164068"/>
                  </a:lnTo>
                  <a:lnTo>
                    <a:pt x="469594" y="124810"/>
                  </a:lnTo>
                  <a:lnTo>
                    <a:pt x="444732" y="89639"/>
                  </a:lnTo>
                  <a:lnTo>
                    <a:pt x="414359" y="59267"/>
                  </a:lnTo>
                  <a:lnTo>
                    <a:pt x="379188" y="34405"/>
                  </a:lnTo>
                  <a:lnTo>
                    <a:pt x="339930" y="15765"/>
                  </a:lnTo>
                  <a:lnTo>
                    <a:pt x="297296" y="4060"/>
                  </a:lnTo>
                  <a:lnTo>
                    <a:pt x="251999" y="0"/>
                  </a:lnTo>
                  <a:close/>
                </a:path>
              </a:pathLst>
            </a:custGeom>
            <a:solidFill>
              <a:srgbClr val="443DFF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28000" y="1331999"/>
              <a:ext cx="504190" cy="504190"/>
            </a:xfrm>
            <a:custGeom>
              <a:avLst/>
              <a:gdLst/>
              <a:ahLst/>
              <a:cxnLst/>
              <a:rect l="l" t="t" r="r" b="b"/>
              <a:pathLst>
                <a:path w="504189" h="504189">
                  <a:moveTo>
                    <a:pt x="503999" y="251999"/>
                  </a:moveTo>
                  <a:lnTo>
                    <a:pt x="499939" y="206702"/>
                  </a:lnTo>
                  <a:lnTo>
                    <a:pt x="488233" y="164068"/>
                  </a:lnTo>
                  <a:lnTo>
                    <a:pt x="469594" y="124810"/>
                  </a:lnTo>
                  <a:lnTo>
                    <a:pt x="444732" y="89639"/>
                  </a:lnTo>
                  <a:lnTo>
                    <a:pt x="414359" y="59267"/>
                  </a:lnTo>
                  <a:lnTo>
                    <a:pt x="379188" y="34405"/>
                  </a:lnTo>
                  <a:lnTo>
                    <a:pt x="339930" y="15765"/>
                  </a:lnTo>
                  <a:lnTo>
                    <a:pt x="297296" y="4060"/>
                  </a:lnTo>
                  <a:lnTo>
                    <a:pt x="251999" y="0"/>
                  </a:lnTo>
                  <a:lnTo>
                    <a:pt x="206702" y="4060"/>
                  </a:lnTo>
                  <a:lnTo>
                    <a:pt x="164068" y="15765"/>
                  </a:lnTo>
                  <a:lnTo>
                    <a:pt x="124810" y="34405"/>
                  </a:lnTo>
                  <a:lnTo>
                    <a:pt x="89639" y="59267"/>
                  </a:lnTo>
                  <a:lnTo>
                    <a:pt x="59267" y="89639"/>
                  </a:lnTo>
                  <a:lnTo>
                    <a:pt x="34405" y="124810"/>
                  </a:lnTo>
                  <a:lnTo>
                    <a:pt x="15765" y="164068"/>
                  </a:lnTo>
                  <a:lnTo>
                    <a:pt x="4060" y="206702"/>
                  </a:lnTo>
                  <a:lnTo>
                    <a:pt x="0" y="251999"/>
                  </a:lnTo>
                  <a:lnTo>
                    <a:pt x="4060" y="297297"/>
                  </a:lnTo>
                  <a:lnTo>
                    <a:pt x="15765" y="339931"/>
                  </a:lnTo>
                  <a:lnTo>
                    <a:pt x="34405" y="379189"/>
                  </a:lnTo>
                  <a:lnTo>
                    <a:pt x="59267" y="414360"/>
                  </a:lnTo>
                  <a:lnTo>
                    <a:pt x="89639" y="444733"/>
                  </a:lnTo>
                  <a:lnTo>
                    <a:pt x="124810" y="469595"/>
                  </a:lnTo>
                  <a:lnTo>
                    <a:pt x="164068" y="488235"/>
                  </a:lnTo>
                  <a:lnTo>
                    <a:pt x="206702" y="499940"/>
                  </a:lnTo>
                  <a:lnTo>
                    <a:pt x="251999" y="504000"/>
                  </a:lnTo>
                  <a:lnTo>
                    <a:pt x="297296" y="499940"/>
                  </a:lnTo>
                  <a:lnTo>
                    <a:pt x="339930" y="488235"/>
                  </a:lnTo>
                  <a:lnTo>
                    <a:pt x="379188" y="469595"/>
                  </a:lnTo>
                  <a:lnTo>
                    <a:pt x="414359" y="444733"/>
                  </a:lnTo>
                  <a:lnTo>
                    <a:pt x="444732" y="414360"/>
                  </a:lnTo>
                  <a:lnTo>
                    <a:pt x="469594" y="379189"/>
                  </a:lnTo>
                  <a:lnTo>
                    <a:pt x="488233" y="339931"/>
                  </a:lnTo>
                  <a:lnTo>
                    <a:pt x="499939" y="297297"/>
                  </a:lnTo>
                  <a:lnTo>
                    <a:pt x="503999" y="251999"/>
                  </a:lnTo>
                </a:path>
              </a:pathLst>
            </a:custGeom>
            <a:ln w="12700">
              <a:solidFill>
                <a:srgbClr val="443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3731993" y="1488749"/>
            <a:ext cx="965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534920" y="1182919"/>
            <a:ext cx="2999740" cy="730250"/>
            <a:chOff x="534920" y="1182919"/>
            <a:chExt cx="2999740" cy="730250"/>
          </a:xfrm>
        </p:grpSpPr>
        <p:sp>
          <p:nvSpPr>
            <p:cNvPr id="50" name="object 50"/>
            <p:cNvSpPr/>
            <p:nvPr/>
          </p:nvSpPr>
          <p:spPr>
            <a:xfrm>
              <a:off x="540000" y="1187999"/>
              <a:ext cx="2988310" cy="720090"/>
            </a:xfrm>
            <a:custGeom>
              <a:avLst/>
              <a:gdLst/>
              <a:ahLst/>
              <a:cxnLst/>
              <a:rect l="l" t="t" r="r" b="b"/>
              <a:pathLst>
                <a:path w="2988310" h="720089">
                  <a:moveTo>
                    <a:pt x="2844000" y="0"/>
                  </a:moveTo>
                  <a:lnTo>
                    <a:pt x="143999" y="0"/>
                  </a:lnTo>
                  <a:lnTo>
                    <a:pt x="98456" y="7334"/>
                  </a:lnTo>
                  <a:lnTo>
                    <a:pt x="58923" y="27762"/>
                  </a:lnTo>
                  <a:lnTo>
                    <a:pt x="27762" y="58923"/>
                  </a:lnTo>
                  <a:lnTo>
                    <a:pt x="7334" y="98456"/>
                  </a:lnTo>
                  <a:lnTo>
                    <a:pt x="0" y="144000"/>
                  </a:lnTo>
                  <a:lnTo>
                    <a:pt x="0" y="576000"/>
                  </a:lnTo>
                  <a:lnTo>
                    <a:pt x="7334" y="621544"/>
                  </a:lnTo>
                  <a:lnTo>
                    <a:pt x="27762" y="661077"/>
                  </a:lnTo>
                  <a:lnTo>
                    <a:pt x="58923" y="692238"/>
                  </a:lnTo>
                  <a:lnTo>
                    <a:pt x="98456" y="712666"/>
                  </a:lnTo>
                  <a:lnTo>
                    <a:pt x="143999" y="720001"/>
                  </a:lnTo>
                  <a:lnTo>
                    <a:pt x="2844000" y="720001"/>
                  </a:lnTo>
                  <a:lnTo>
                    <a:pt x="2889543" y="712666"/>
                  </a:lnTo>
                  <a:lnTo>
                    <a:pt x="2929076" y="692238"/>
                  </a:lnTo>
                  <a:lnTo>
                    <a:pt x="2960238" y="661077"/>
                  </a:lnTo>
                  <a:lnTo>
                    <a:pt x="2980666" y="621544"/>
                  </a:lnTo>
                  <a:lnTo>
                    <a:pt x="2988000" y="576000"/>
                  </a:lnTo>
                  <a:lnTo>
                    <a:pt x="2988000" y="144000"/>
                  </a:lnTo>
                  <a:lnTo>
                    <a:pt x="2980666" y="98456"/>
                  </a:lnTo>
                  <a:lnTo>
                    <a:pt x="2960238" y="58923"/>
                  </a:lnTo>
                  <a:lnTo>
                    <a:pt x="2929076" y="27762"/>
                  </a:lnTo>
                  <a:lnTo>
                    <a:pt x="2889543" y="7334"/>
                  </a:lnTo>
                  <a:lnTo>
                    <a:pt x="2844000" y="0"/>
                  </a:lnTo>
                  <a:close/>
                </a:path>
              </a:pathLst>
            </a:custGeom>
            <a:solidFill>
              <a:srgbClr val="111121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40000" y="1187999"/>
              <a:ext cx="2988310" cy="720090"/>
            </a:xfrm>
            <a:custGeom>
              <a:avLst/>
              <a:gdLst/>
              <a:ahLst/>
              <a:cxnLst/>
              <a:rect l="l" t="t" r="r" b="b"/>
              <a:pathLst>
                <a:path w="2988310" h="720089">
                  <a:moveTo>
                    <a:pt x="143999" y="720001"/>
                  </a:moveTo>
                  <a:lnTo>
                    <a:pt x="2844000" y="720001"/>
                  </a:lnTo>
                  <a:lnTo>
                    <a:pt x="2889543" y="712666"/>
                  </a:lnTo>
                  <a:lnTo>
                    <a:pt x="2929076" y="692238"/>
                  </a:lnTo>
                  <a:lnTo>
                    <a:pt x="2960238" y="661077"/>
                  </a:lnTo>
                  <a:lnTo>
                    <a:pt x="2980666" y="621544"/>
                  </a:lnTo>
                  <a:lnTo>
                    <a:pt x="2988000" y="576000"/>
                  </a:lnTo>
                  <a:lnTo>
                    <a:pt x="2988000" y="144000"/>
                  </a:lnTo>
                  <a:lnTo>
                    <a:pt x="2980666" y="98456"/>
                  </a:lnTo>
                  <a:lnTo>
                    <a:pt x="2960238" y="58923"/>
                  </a:lnTo>
                  <a:lnTo>
                    <a:pt x="2929076" y="27762"/>
                  </a:lnTo>
                  <a:lnTo>
                    <a:pt x="2889543" y="7334"/>
                  </a:lnTo>
                  <a:lnTo>
                    <a:pt x="2844000" y="0"/>
                  </a:lnTo>
                  <a:lnTo>
                    <a:pt x="143999" y="0"/>
                  </a:lnTo>
                  <a:lnTo>
                    <a:pt x="98456" y="7334"/>
                  </a:lnTo>
                  <a:lnTo>
                    <a:pt x="58923" y="27762"/>
                  </a:lnTo>
                  <a:lnTo>
                    <a:pt x="27762" y="58923"/>
                  </a:lnTo>
                  <a:lnTo>
                    <a:pt x="7334" y="98456"/>
                  </a:lnTo>
                  <a:lnTo>
                    <a:pt x="0" y="144000"/>
                  </a:lnTo>
                  <a:lnTo>
                    <a:pt x="0" y="576000"/>
                  </a:lnTo>
                  <a:lnTo>
                    <a:pt x="7334" y="621544"/>
                  </a:lnTo>
                  <a:lnTo>
                    <a:pt x="27762" y="661077"/>
                  </a:lnTo>
                  <a:lnTo>
                    <a:pt x="58923" y="692238"/>
                  </a:lnTo>
                  <a:lnTo>
                    <a:pt x="98456" y="712666"/>
                  </a:lnTo>
                  <a:lnTo>
                    <a:pt x="143999" y="720001"/>
                  </a:lnTo>
                  <a:close/>
                </a:path>
              </a:pathLst>
            </a:custGeom>
            <a:ln w="10160">
              <a:solidFill>
                <a:srgbClr val="1E1E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40000" y="1187999"/>
              <a:ext cx="106045" cy="43815"/>
            </a:xfrm>
            <a:custGeom>
              <a:avLst/>
              <a:gdLst/>
              <a:ahLst/>
              <a:cxnLst/>
              <a:rect l="l" t="t" r="r" b="b"/>
              <a:pathLst>
                <a:path w="106045" h="43815">
                  <a:moveTo>
                    <a:pt x="105950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105950" y="43200"/>
                  </a:lnTo>
                  <a:lnTo>
                    <a:pt x="105950" y="0"/>
                  </a:lnTo>
                  <a:close/>
                </a:path>
              </a:pathLst>
            </a:custGeom>
            <a:solidFill>
              <a:srgbClr val="443DFF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39599" y="1187999"/>
              <a:ext cx="106045" cy="43815"/>
            </a:xfrm>
            <a:custGeom>
              <a:avLst/>
              <a:gdLst/>
              <a:ahLst/>
              <a:cxnLst/>
              <a:rect l="l" t="t" r="r" b="b"/>
              <a:pathLst>
                <a:path w="106045" h="43815">
                  <a:moveTo>
                    <a:pt x="105950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105950" y="43200"/>
                  </a:lnTo>
                  <a:lnTo>
                    <a:pt x="105950" y="0"/>
                  </a:lnTo>
                  <a:close/>
                </a:path>
              </a:pathLst>
            </a:custGeom>
            <a:solidFill>
              <a:srgbClr val="4B3EFA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39199" y="1187999"/>
              <a:ext cx="106045" cy="43815"/>
            </a:xfrm>
            <a:custGeom>
              <a:avLst/>
              <a:gdLst/>
              <a:ahLst/>
              <a:cxnLst/>
              <a:rect l="l" t="t" r="r" b="b"/>
              <a:pathLst>
                <a:path w="106044" h="43815">
                  <a:moveTo>
                    <a:pt x="105950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105950" y="43200"/>
                  </a:lnTo>
                  <a:lnTo>
                    <a:pt x="105950" y="0"/>
                  </a:lnTo>
                  <a:close/>
                </a:path>
              </a:pathLst>
            </a:custGeom>
            <a:solidFill>
              <a:srgbClr val="513FF6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38799" y="1187999"/>
              <a:ext cx="106045" cy="43815"/>
            </a:xfrm>
            <a:custGeom>
              <a:avLst/>
              <a:gdLst/>
              <a:ahLst/>
              <a:cxnLst/>
              <a:rect l="l" t="t" r="r" b="b"/>
              <a:pathLst>
                <a:path w="106044" h="43815">
                  <a:moveTo>
                    <a:pt x="105950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105950" y="43200"/>
                  </a:lnTo>
                  <a:lnTo>
                    <a:pt x="105950" y="0"/>
                  </a:lnTo>
                  <a:close/>
                </a:path>
              </a:pathLst>
            </a:custGeom>
            <a:solidFill>
              <a:srgbClr val="5741F2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938399" y="1187999"/>
              <a:ext cx="106045" cy="43815"/>
            </a:xfrm>
            <a:custGeom>
              <a:avLst/>
              <a:gdLst/>
              <a:ahLst/>
              <a:cxnLst/>
              <a:rect l="l" t="t" r="r" b="b"/>
              <a:pathLst>
                <a:path w="106044" h="43815">
                  <a:moveTo>
                    <a:pt x="105950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105950" y="43200"/>
                  </a:lnTo>
                  <a:lnTo>
                    <a:pt x="105950" y="0"/>
                  </a:lnTo>
                  <a:close/>
                </a:path>
              </a:pathLst>
            </a:custGeom>
            <a:solidFill>
              <a:srgbClr val="5D42EE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037999" y="1187999"/>
              <a:ext cx="106045" cy="43815"/>
            </a:xfrm>
            <a:custGeom>
              <a:avLst/>
              <a:gdLst/>
              <a:ahLst/>
              <a:cxnLst/>
              <a:rect l="l" t="t" r="r" b="b"/>
              <a:pathLst>
                <a:path w="106044" h="43815">
                  <a:moveTo>
                    <a:pt x="105950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105950" y="43200"/>
                  </a:lnTo>
                  <a:lnTo>
                    <a:pt x="105950" y="0"/>
                  </a:lnTo>
                  <a:close/>
                </a:path>
              </a:pathLst>
            </a:custGeom>
            <a:solidFill>
              <a:srgbClr val="6344EA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137599" y="1187999"/>
              <a:ext cx="106045" cy="43815"/>
            </a:xfrm>
            <a:custGeom>
              <a:avLst/>
              <a:gdLst/>
              <a:ahLst/>
              <a:cxnLst/>
              <a:rect l="l" t="t" r="r" b="b"/>
              <a:pathLst>
                <a:path w="106044" h="43815">
                  <a:moveTo>
                    <a:pt x="105950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105950" y="43200"/>
                  </a:lnTo>
                  <a:lnTo>
                    <a:pt x="105950" y="0"/>
                  </a:lnTo>
                  <a:close/>
                </a:path>
              </a:pathLst>
            </a:custGeom>
            <a:solidFill>
              <a:srgbClr val="6A45E6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237199" y="1187999"/>
              <a:ext cx="106045" cy="43815"/>
            </a:xfrm>
            <a:custGeom>
              <a:avLst/>
              <a:gdLst/>
              <a:ahLst/>
              <a:cxnLst/>
              <a:rect l="l" t="t" r="r" b="b"/>
              <a:pathLst>
                <a:path w="106044" h="43815">
                  <a:moveTo>
                    <a:pt x="105950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105950" y="43200"/>
                  </a:lnTo>
                  <a:lnTo>
                    <a:pt x="105950" y="0"/>
                  </a:lnTo>
                  <a:close/>
                </a:path>
              </a:pathLst>
            </a:custGeom>
            <a:solidFill>
              <a:srgbClr val="7046E2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336799" y="1187999"/>
              <a:ext cx="106045" cy="43815"/>
            </a:xfrm>
            <a:custGeom>
              <a:avLst/>
              <a:gdLst/>
              <a:ahLst/>
              <a:cxnLst/>
              <a:rect l="l" t="t" r="r" b="b"/>
              <a:pathLst>
                <a:path w="106044" h="43815">
                  <a:moveTo>
                    <a:pt x="105950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105950" y="43200"/>
                  </a:lnTo>
                  <a:lnTo>
                    <a:pt x="105950" y="0"/>
                  </a:lnTo>
                  <a:close/>
                </a:path>
              </a:pathLst>
            </a:custGeom>
            <a:solidFill>
              <a:srgbClr val="7648DE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436400" y="1187999"/>
              <a:ext cx="106045" cy="43815"/>
            </a:xfrm>
            <a:custGeom>
              <a:avLst/>
              <a:gdLst/>
              <a:ahLst/>
              <a:cxnLst/>
              <a:rect l="l" t="t" r="r" b="b"/>
              <a:pathLst>
                <a:path w="106044" h="43815">
                  <a:moveTo>
                    <a:pt x="105950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105950" y="43200"/>
                  </a:lnTo>
                  <a:lnTo>
                    <a:pt x="105950" y="0"/>
                  </a:lnTo>
                  <a:close/>
                </a:path>
              </a:pathLst>
            </a:custGeom>
            <a:solidFill>
              <a:srgbClr val="7C49DA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536000" y="1187999"/>
              <a:ext cx="106045" cy="43815"/>
            </a:xfrm>
            <a:custGeom>
              <a:avLst/>
              <a:gdLst/>
              <a:ahLst/>
              <a:cxnLst/>
              <a:rect l="l" t="t" r="r" b="b"/>
              <a:pathLst>
                <a:path w="106044" h="43815">
                  <a:moveTo>
                    <a:pt x="105950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105950" y="43200"/>
                  </a:lnTo>
                  <a:lnTo>
                    <a:pt x="105950" y="0"/>
                  </a:lnTo>
                  <a:close/>
                </a:path>
              </a:pathLst>
            </a:custGeom>
            <a:solidFill>
              <a:srgbClr val="824AD6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635599" y="1187999"/>
              <a:ext cx="106045" cy="43815"/>
            </a:xfrm>
            <a:custGeom>
              <a:avLst/>
              <a:gdLst/>
              <a:ahLst/>
              <a:cxnLst/>
              <a:rect l="l" t="t" r="r" b="b"/>
              <a:pathLst>
                <a:path w="106044" h="43815">
                  <a:moveTo>
                    <a:pt x="105950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105950" y="43200"/>
                  </a:lnTo>
                  <a:lnTo>
                    <a:pt x="105950" y="0"/>
                  </a:lnTo>
                  <a:close/>
                </a:path>
              </a:pathLst>
            </a:custGeom>
            <a:solidFill>
              <a:srgbClr val="894CD2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735199" y="1187999"/>
              <a:ext cx="106045" cy="43815"/>
            </a:xfrm>
            <a:custGeom>
              <a:avLst/>
              <a:gdLst/>
              <a:ahLst/>
              <a:cxnLst/>
              <a:rect l="l" t="t" r="r" b="b"/>
              <a:pathLst>
                <a:path w="106044" h="43815">
                  <a:moveTo>
                    <a:pt x="105950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105950" y="43200"/>
                  </a:lnTo>
                  <a:lnTo>
                    <a:pt x="105950" y="0"/>
                  </a:lnTo>
                  <a:close/>
                </a:path>
              </a:pathLst>
            </a:custGeom>
            <a:solidFill>
              <a:srgbClr val="8F4DCE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834799" y="1187999"/>
              <a:ext cx="106045" cy="43815"/>
            </a:xfrm>
            <a:custGeom>
              <a:avLst/>
              <a:gdLst/>
              <a:ahLst/>
              <a:cxnLst/>
              <a:rect l="l" t="t" r="r" b="b"/>
              <a:pathLst>
                <a:path w="106044" h="43815">
                  <a:moveTo>
                    <a:pt x="105950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105950" y="43200"/>
                  </a:lnTo>
                  <a:lnTo>
                    <a:pt x="105950" y="0"/>
                  </a:lnTo>
                  <a:close/>
                </a:path>
              </a:pathLst>
            </a:custGeom>
            <a:solidFill>
              <a:srgbClr val="954EC9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934400" y="1187999"/>
              <a:ext cx="106045" cy="43815"/>
            </a:xfrm>
            <a:custGeom>
              <a:avLst/>
              <a:gdLst/>
              <a:ahLst/>
              <a:cxnLst/>
              <a:rect l="l" t="t" r="r" b="b"/>
              <a:pathLst>
                <a:path w="106044" h="43815">
                  <a:moveTo>
                    <a:pt x="105950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105950" y="43200"/>
                  </a:lnTo>
                  <a:lnTo>
                    <a:pt x="105950" y="0"/>
                  </a:lnTo>
                  <a:close/>
                </a:path>
              </a:pathLst>
            </a:custGeom>
            <a:solidFill>
              <a:srgbClr val="9B50C5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034000" y="1187999"/>
              <a:ext cx="106045" cy="43815"/>
            </a:xfrm>
            <a:custGeom>
              <a:avLst/>
              <a:gdLst/>
              <a:ahLst/>
              <a:cxnLst/>
              <a:rect l="l" t="t" r="r" b="b"/>
              <a:pathLst>
                <a:path w="106044" h="43815">
                  <a:moveTo>
                    <a:pt x="105950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105950" y="43200"/>
                  </a:lnTo>
                  <a:lnTo>
                    <a:pt x="105950" y="0"/>
                  </a:lnTo>
                  <a:close/>
                </a:path>
              </a:pathLst>
            </a:custGeom>
            <a:solidFill>
              <a:srgbClr val="A151C1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133600" y="1187999"/>
              <a:ext cx="106045" cy="43815"/>
            </a:xfrm>
            <a:custGeom>
              <a:avLst/>
              <a:gdLst/>
              <a:ahLst/>
              <a:cxnLst/>
              <a:rect l="l" t="t" r="r" b="b"/>
              <a:pathLst>
                <a:path w="106044" h="43815">
                  <a:moveTo>
                    <a:pt x="105950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105950" y="43200"/>
                  </a:lnTo>
                  <a:lnTo>
                    <a:pt x="105950" y="0"/>
                  </a:lnTo>
                  <a:close/>
                </a:path>
              </a:pathLst>
            </a:custGeom>
            <a:solidFill>
              <a:srgbClr val="A852BD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233199" y="1187999"/>
              <a:ext cx="106045" cy="43815"/>
            </a:xfrm>
            <a:custGeom>
              <a:avLst/>
              <a:gdLst/>
              <a:ahLst/>
              <a:cxnLst/>
              <a:rect l="l" t="t" r="r" b="b"/>
              <a:pathLst>
                <a:path w="106044" h="43815">
                  <a:moveTo>
                    <a:pt x="105950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105950" y="43200"/>
                  </a:lnTo>
                  <a:lnTo>
                    <a:pt x="105950" y="0"/>
                  </a:lnTo>
                  <a:close/>
                </a:path>
              </a:pathLst>
            </a:custGeom>
            <a:solidFill>
              <a:srgbClr val="AE54B9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332799" y="1187999"/>
              <a:ext cx="106045" cy="43815"/>
            </a:xfrm>
            <a:custGeom>
              <a:avLst/>
              <a:gdLst/>
              <a:ahLst/>
              <a:cxnLst/>
              <a:rect l="l" t="t" r="r" b="b"/>
              <a:pathLst>
                <a:path w="106044" h="43815">
                  <a:moveTo>
                    <a:pt x="105950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105950" y="43200"/>
                  </a:lnTo>
                  <a:lnTo>
                    <a:pt x="105950" y="0"/>
                  </a:lnTo>
                  <a:close/>
                </a:path>
              </a:pathLst>
            </a:custGeom>
            <a:solidFill>
              <a:srgbClr val="B455B5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432400" y="1187999"/>
              <a:ext cx="106045" cy="43815"/>
            </a:xfrm>
            <a:custGeom>
              <a:avLst/>
              <a:gdLst/>
              <a:ahLst/>
              <a:cxnLst/>
              <a:rect l="l" t="t" r="r" b="b"/>
              <a:pathLst>
                <a:path w="106044" h="43815">
                  <a:moveTo>
                    <a:pt x="105950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105950" y="43200"/>
                  </a:lnTo>
                  <a:lnTo>
                    <a:pt x="105950" y="0"/>
                  </a:lnTo>
                  <a:close/>
                </a:path>
              </a:pathLst>
            </a:custGeom>
            <a:solidFill>
              <a:srgbClr val="BA57B1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532000" y="1187999"/>
              <a:ext cx="106045" cy="43815"/>
            </a:xfrm>
            <a:custGeom>
              <a:avLst/>
              <a:gdLst/>
              <a:ahLst/>
              <a:cxnLst/>
              <a:rect l="l" t="t" r="r" b="b"/>
              <a:pathLst>
                <a:path w="106044" h="43815">
                  <a:moveTo>
                    <a:pt x="105950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105950" y="43200"/>
                  </a:lnTo>
                  <a:lnTo>
                    <a:pt x="105950" y="0"/>
                  </a:lnTo>
                  <a:close/>
                </a:path>
              </a:pathLst>
            </a:custGeom>
            <a:solidFill>
              <a:srgbClr val="C058AD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631600" y="1187999"/>
              <a:ext cx="106045" cy="43815"/>
            </a:xfrm>
            <a:custGeom>
              <a:avLst/>
              <a:gdLst/>
              <a:ahLst/>
              <a:cxnLst/>
              <a:rect l="l" t="t" r="r" b="b"/>
              <a:pathLst>
                <a:path w="106044" h="43815">
                  <a:moveTo>
                    <a:pt x="105950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105950" y="43200"/>
                  </a:lnTo>
                  <a:lnTo>
                    <a:pt x="105950" y="0"/>
                  </a:lnTo>
                  <a:close/>
                </a:path>
              </a:pathLst>
            </a:custGeom>
            <a:solidFill>
              <a:srgbClr val="C759A9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731199" y="1187999"/>
              <a:ext cx="106045" cy="43815"/>
            </a:xfrm>
            <a:custGeom>
              <a:avLst/>
              <a:gdLst/>
              <a:ahLst/>
              <a:cxnLst/>
              <a:rect l="l" t="t" r="r" b="b"/>
              <a:pathLst>
                <a:path w="106044" h="43815">
                  <a:moveTo>
                    <a:pt x="105950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105950" y="43200"/>
                  </a:lnTo>
                  <a:lnTo>
                    <a:pt x="105950" y="0"/>
                  </a:lnTo>
                  <a:close/>
                </a:path>
              </a:pathLst>
            </a:custGeom>
            <a:solidFill>
              <a:srgbClr val="CD5BA5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830799" y="1187999"/>
              <a:ext cx="106045" cy="43815"/>
            </a:xfrm>
            <a:custGeom>
              <a:avLst/>
              <a:gdLst/>
              <a:ahLst/>
              <a:cxnLst/>
              <a:rect l="l" t="t" r="r" b="b"/>
              <a:pathLst>
                <a:path w="106044" h="43815">
                  <a:moveTo>
                    <a:pt x="105950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105950" y="43200"/>
                  </a:lnTo>
                  <a:lnTo>
                    <a:pt x="105950" y="0"/>
                  </a:lnTo>
                  <a:close/>
                </a:path>
              </a:pathLst>
            </a:custGeom>
            <a:solidFill>
              <a:srgbClr val="D35CA1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930400" y="1187999"/>
              <a:ext cx="106045" cy="43815"/>
            </a:xfrm>
            <a:custGeom>
              <a:avLst/>
              <a:gdLst/>
              <a:ahLst/>
              <a:cxnLst/>
              <a:rect l="l" t="t" r="r" b="b"/>
              <a:pathLst>
                <a:path w="106044" h="43815">
                  <a:moveTo>
                    <a:pt x="105950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105950" y="43200"/>
                  </a:lnTo>
                  <a:lnTo>
                    <a:pt x="105950" y="0"/>
                  </a:lnTo>
                  <a:close/>
                </a:path>
              </a:pathLst>
            </a:custGeom>
            <a:solidFill>
              <a:srgbClr val="D95D9D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030000" y="1187999"/>
              <a:ext cx="106045" cy="43815"/>
            </a:xfrm>
            <a:custGeom>
              <a:avLst/>
              <a:gdLst/>
              <a:ahLst/>
              <a:cxnLst/>
              <a:rect l="l" t="t" r="r" b="b"/>
              <a:pathLst>
                <a:path w="106044" h="43815">
                  <a:moveTo>
                    <a:pt x="105950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105950" y="43200"/>
                  </a:lnTo>
                  <a:lnTo>
                    <a:pt x="105950" y="0"/>
                  </a:lnTo>
                  <a:close/>
                </a:path>
              </a:pathLst>
            </a:custGeom>
            <a:solidFill>
              <a:srgbClr val="DF5F99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129600" y="1187999"/>
              <a:ext cx="106045" cy="43815"/>
            </a:xfrm>
            <a:custGeom>
              <a:avLst/>
              <a:gdLst/>
              <a:ahLst/>
              <a:cxnLst/>
              <a:rect l="l" t="t" r="r" b="b"/>
              <a:pathLst>
                <a:path w="106044" h="43815">
                  <a:moveTo>
                    <a:pt x="105950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105950" y="43200"/>
                  </a:lnTo>
                  <a:lnTo>
                    <a:pt x="105950" y="0"/>
                  </a:lnTo>
                  <a:close/>
                </a:path>
              </a:pathLst>
            </a:custGeom>
            <a:solidFill>
              <a:srgbClr val="E66094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229199" y="1187999"/>
              <a:ext cx="106045" cy="43815"/>
            </a:xfrm>
            <a:custGeom>
              <a:avLst/>
              <a:gdLst/>
              <a:ahLst/>
              <a:cxnLst/>
              <a:rect l="l" t="t" r="r" b="b"/>
              <a:pathLst>
                <a:path w="106045" h="43815">
                  <a:moveTo>
                    <a:pt x="105950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105950" y="43200"/>
                  </a:lnTo>
                  <a:lnTo>
                    <a:pt x="105950" y="0"/>
                  </a:lnTo>
                  <a:close/>
                </a:path>
              </a:pathLst>
            </a:custGeom>
            <a:solidFill>
              <a:srgbClr val="EC6190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328799" y="1187999"/>
              <a:ext cx="106045" cy="43815"/>
            </a:xfrm>
            <a:custGeom>
              <a:avLst/>
              <a:gdLst/>
              <a:ahLst/>
              <a:cxnLst/>
              <a:rect l="l" t="t" r="r" b="b"/>
              <a:pathLst>
                <a:path w="106045" h="43815">
                  <a:moveTo>
                    <a:pt x="105950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105950" y="43200"/>
                  </a:lnTo>
                  <a:lnTo>
                    <a:pt x="105950" y="0"/>
                  </a:lnTo>
                  <a:close/>
                </a:path>
              </a:pathLst>
            </a:custGeom>
            <a:solidFill>
              <a:srgbClr val="F2638C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428400" y="1187999"/>
              <a:ext cx="106045" cy="43815"/>
            </a:xfrm>
            <a:custGeom>
              <a:avLst/>
              <a:gdLst/>
              <a:ahLst/>
              <a:cxnLst/>
              <a:rect l="l" t="t" r="r" b="b"/>
              <a:pathLst>
                <a:path w="106045" h="43815">
                  <a:moveTo>
                    <a:pt x="105950" y="0"/>
                  </a:moveTo>
                  <a:lnTo>
                    <a:pt x="0" y="0"/>
                  </a:lnTo>
                  <a:lnTo>
                    <a:pt x="0" y="43200"/>
                  </a:lnTo>
                  <a:lnTo>
                    <a:pt x="105950" y="43200"/>
                  </a:lnTo>
                  <a:lnTo>
                    <a:pt x="105950" y="0"/>
                  </a:lnTo>
                  <a:close/>
                </a:path>
              </a:pathLst>
            </a:custGeom>
            <a:solidFill>
              <a:srgbClr val="F86488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527300" y="1073699"/>
            <a:ext cx="1855470" cy="365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6B6B99"/>
                </a:solidFill>
                <a:latin typeface="Arial MT"/>
                <a:cs typeface="Arial MT"/>
              </a:rPr>
              <a:t>Step-by-</a:t>
            </a:r>
            <a:r>
              <a:rPr sz="800" dirty="0">
                <a:solidFill>
                  <a:srgbClr val="6B6B99"/>
                </a:solidFill>
                <a:latin typeface="Arial MT"/>
                <a:cs typeface="Arial MT"/>
              </a:rPr>
              <a:t>step</a:t>
            </a:r>
            <a:r>
              <a:rPr sz="800" spc="-15" dirty="0">
                <a:solidFill>
                  <a:srgbClr val="6B6B9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B6B99"/>
                </a:solidFill>
                <a:latin typeface="Arial MT"/>
                <a:cs typeface="Arial MT"/>
              </a:rPr>
              <a:t>journey</a:t>
            </a:r>
            <a:r>
              <a:rPr sz="800" spc="-10" dirty="0">
                <a:solidFill>
                  <a:srgbClr val="6B6B9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B6B99"/>
                </a:solidFill>
                <a:latin typeface="Arial MT"/>
                <a:cs typeface="Arial MT"/>
              </a:rPr>
              <a:t>through</a:t>
            </a:r>
            <a:r>
              <a:rPr sz="800" spc="-10" dirty="0">
                <a:solidFill>
                  <a:srgbClr val="6B6B9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B6B99"/>
                </a:solidFill>
                <a:latin typeface="Arial MT"/>
                <a:cs typeface="Arial MT"/>
              </a:rPr>
              <a:t>the</a:t>
            </a:r>
            <a:r>
              <a:rPr sz="800" spc="-10" dirty="0">
                <a:solidFill>
                  <a:srgbClr val="6B6B99"/>
                </a:solidFill>
                <a:latin typeface="Arial MT"/>
                <a:cs typeface="Arial MT"/>
              </a:rPr>
              <a:t> system</a:t>
            </a:r>
            <a:endParaRPr sz="800">
              <a:latin typeface="Arial MT"/>
              <a:cs typeface="Arial MT"/>
            </a:endParaRPr>
          </a:p>
          <a:p>
            <a:pPr marL="156210">
              <a:lnSpc>
                <a:spcPct val="100000"/>
              </a:lnSpc>
              <a:spcBef>
                <a:spcPts val="690"/>
              </a:spcBef>
            </a:pPr>
            <a:r>
              <a:rPr sz="850" b="1" dirty="0">
                <a:solidFill>
                  <a:srgbClr val="E8E8EF"/>
                </a:solidFill>
                <a:latin typeface="Arial"/>
                <a:cs typeface="Arial"/>
              </a:rPr>
              <a:t>Open</a:t>
            </a:r>
            <a:r>
              <a:rPr sz="850" b="1" spc="-25" dirty="0">
                <a:solidFill>
                  <a:srgbClr val="E8E8EF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E8E8EF"/>
                </a:solidFill>
                <a:latin typeface="Arial"/>
                <a:cs typeface="Arial"/>
              </a:rPr>
              <a:t>Website</a:t>
            </a:r>
            <a:endParaRPr sz="85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671300" y="1518400"/>
            <a:ext cx="261048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Browser</a:t>
            </a:r>
            <a:r>
              <a:rPr sz="700" spc="-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loads</a:t>
            </a:r>
            <a:r>
              <a:rPr sz="700" spc="-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the</a:t>
            </a:r>
            <a:r>
              <a:rPr sz="700" spc="-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Login</a:t>
            </a:r>
            <a:r>
              <a:rPr sz="700" spc="-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page by</a:t>
            </a:r>
            <a:r>
              <a:rPr sz="700" spc="-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default.</a:t>
            </a:r>
            <a:r>
              <a:rPr sz="700" spc="-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No</a:t>
            </a:r>
            <a:r>
              <a:rPr sz="700" spc="-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other</a:t>
            </a:r>
            <a:r>
              <a:rPr sz="700" spc="-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page is</a:t>
            </a:r>
            <a:r>
              <a:rPr sz="700" spc="-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8C8CB2"/>
                </a:solidFill>
                <a:latin typeface="Arial MT"/>
                <a:cs typeface="Arial MT"/>
              </a:rPr>
              <a:t>visible.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3521650" y="2225650"/>
            <a:ext cx="516890" cy="913130"/>
            <a:chOff x="3521650" y="2225650"/>
            <a:chExt cx="516890" cy="913130"/>
          </a:xfrm>
        </p:grpSpPr>
        <p:sp>
          <p:nvSpPr>
            <p:cNvPr id="85" name="object 85"/>
            <p:cNvSpPr/>
            <p:nvPr/>
          </p:nvSpPr>
          <p:spPr>
            <a:xfrm>
              <a:off x="3779999" y="2736000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5999"/>
                  </a:lnTo>
                </a:path>
              </a:pathLst>
            </a:custGeom>
            <a:ln w="12700">
              <a:solidFill>
                <a:srgbClr val="443D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528000" y="2232000"/>
              <a:ext cx="504190" cy="504190"/>
            </a:xfrm>
            <a:custGeom>
              <a:avLst/>
              <a:gdLst/>
              <a:ahLst/>
              <a:cxnLst/>
              <a:rect l="l" t="t" r="r" b="b"/>
              <a:pathLst>
                <a:path w="504189" h="504189">
                  <a:moveTo>
                    <a:pt x="251999" y="0"/>
                  </a:moveTo>
                  <a:lnTo>
                    <a:pt x="206702" y="4060"/>
                  </a:lnTo>
                  <a:lnTo>
                    <a:pt x="164068" y="15765"/>
                  </a:lnTo>
                  <a:lnTo>
                    <a:pt x="124810" y="34405"/>
                  </a:lnTo>
                  <a:lnTo>
                    <a:pt x="89639" y="59267"/>
                  </a:lnTo>
                  <a:lnTo>
                    <a:pt x="59267" y="89639"/>
                  </a:lnTo>
                  <a:lnTo>
                    <a:pt x="34405" y="124810"/>
                  </a:lnTo>
                  <a:lnTo>
                    <a:pt x="15765" y="164068"/>
                  </a:lnTo>
                  <a:lnTo>
                    <a:pt x="4060" y="206702"/>
                  </a:lnTo>
                  <a:lnTo>
                    <a:pt x="0" y="251999"/>
                  </a:lnTo>
                  <a:lnTo>
                    <a:pt x="4060" y="297296"/>
                  </a:lnTo>
                  <a:lnTo>
                    <a:pt x="15765" y="339930"/>
                  </a:lnTo>
                  <a:lnTo>
                    <a:pt x="34405" y="379188"/>
                  </a:lnTo>
                  <a:lnTo>
                    <a:pt x="59267" y="414359"/>
                  </a:lnTo>
                  <a:lnTo>
                    <a:pt x="89639" y="444732"/>
                  </a:lnTo>
                  <a:lnTo>
                    <a:pt x="124810" y="469594"/>
                  </a:lnTo>
                  <a:lnTo>
                    <a:pt x="164068" y="488233"/>
                  </a:lnTo>
                  <a:lnTo>
                    <a:pt x="206702" y="499939"/>
                  </a:lnTo>
                  <a:lnTo>
                    <a:pt x="251999" y="503999"/>
                  </a:lnTo>
                  <a:lnTo>
                    <a:pt x="297296" y="499939"/>
                  </a:lnTo>
                  <a:lnTo>
                    <a:pt x="339930" y="488233"/>
                  </a:lnTo>
                  <a:lnTo>
                    <a:pt x="379188" y="469594"/>
                  </a:lnTo>
                  <a:lnTo>
                    <a:pt x="414359" y="444732"/>
                  </a:lnTo>
                  <a:lnTo>
                    <a:pt x="444732" y="414359"/>
                  </a:lnTo>
                  <a:lnTo>
                    <a:pt x="469594" y="379188"/>
                  </a:lnTo>
                  <a:lnTo>
                    <a:pt x="488233" y="339930"/>
                  </a:lnTo>
                  <a:lnTo>
                    <a:pt x="499939" y="297296"/>
                  </a:lnTo>
                  <a:lnTo>
                    <a:pt x="503999" y="251999"/>
                  </a:lnTo>
                  <a:lnTo>
                    <a:pt x="499939" y="206702"/>
                  </a:lnTo>
                  <a:lnTo>
                    <a:pt x="488233" y="164068"/>
                  </a:lnTo>
                  <a:lnTo>
                    <a:pt x="469594" y="124810"/>
                  </a:lnTo>
                  <a:lnTo>
                    <a:pt x="444732" y="89639"/>
                  </a:lnTo>
                  <a:lnTo>
                    <a:pt x="414359" y="59267"/>
                  </a:lnTo>
                  <a:lnTo>
                    <a:pt x="379188" y="34405"/>
                  </a:lnTo>
                  <a:lnTo>
                    <a:pt x="339930" y="15765"/>
                  </a:lnTo>
                  <a:lnTo>
                    <a:pt x="297296" y="4060"/>
                  </a:lnTo>
                  <a:lnTo>
                    <a:pt x="251999" y="0"/>
                  </a:lnTo>
                  <a:close/>
                </a:path>
              </a:pathLst>
            </a:custGeom>
            <a:solidFill>
              <a:srgbClr val="443DFF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528000" y="2232000"/>
              <a:ext cx="504190" cy="504190"/>
            </a:xfrm>
            <a:custGeom>
              <a:avLst/>
              <a:gdLst/>
              <a:ahLst/>
              <a:cxnLst/>
              <a:rect l="l" t="t" r="r" b="b"/>
              <a:pathLst>
                <a:path w="504189" h="504189">
                  <a:moveTo>
                    <a:pt x="503999" y="251999"/>
                  </a:moveTo>
                  <a:lnTo>
                    <a:pt x="499939" y="206702"/>
                  </a:lnTo>
                  <a:lnTo>
                    <a:pt x="488233" y="164068"/>
                  </a:lnTo>
                  <a:lnTo>
                    <a:pt x="469594" y="124810"/>
                  </a:lnTo>
                  <a:lnTo>
                    <a:pt x="444732" y="89639"/>
                  </a:lnTo>
                  <a:lnTo>
                    <a:pt x="414359" y="59267"/>
                  </a:lnTo>
                  <a:lnTo>
                    <a:pt x="379188" y="34405"/>
                  </a:lnTo>
                  <a:lnTo>
                    <a:pt x="339930" y="15765"/>
                  </a:lnTo>
                  <a:lnTo>
                    <a:pt x="297296" y="4060"/>
                  </a:lnTo>
                  <a:lnTo>
                    <a:pt x="251999" y="0"/>
                  </a:lnTo>
                  <a:lnTo>
                    <a:pt x="206702" y="4060"/>
                  </a:lnTo>
                  <a:lnTo>
                    <a:pt x="164068" y="15765"/>
                  </a:lnTo>
                  <a:lnTo>
                    <a:pt x="124810" y="34405"/>
                  </a:lnTo>
                  <a:lnTo>
                    <a:pt x="89639" y="59267"/>
                  </a:lnTo>
                  <a:lnTo>
                    <a:pt x="59267" y="89639"/>
                  </a:lnTo>
                  <a:lnTo>
                    <a:pt x="34405" y="124810"/>
                  </a:lnTo>
                  <a:lnTo>
                    <a:pt x="15765" y="164068"/>
                  </a:lnTo>
                  <a:lnTo>
                    <a:pt x="4060" y="206702"/>
                  </a:lnTo>
                  <a:lnTo>
                    <a:pt x="0" y="251999"/>
                  </a:lnTo>
                  <a:lnTo>
                    <a:pt x="4060" y="297296"/>
                  </a:lnTo>
                  <a:lnTo>
                    <a:pt x="15765" y="339930"/>
                  </a:lnTo>
                  <a:lnTo>
                    <a:pt x="34405" y="379188"/>
                  </a:lnTo>
                  <a:lnTo>
                    <a:pt x="59267" y="414359"/>
                  </a:lnTo>
                  <a:lnTo>
                    <a:pt x="89639" y="444732"/>
                  </a:lnTo>
                  <a:lnTo>
                    <a:pt x="124810" y="469594"/>
                  </a:lnTo>
                  <a:lnTo>
                    <a:pt x="164068" y="488233"/>
                  </a:lnTo>
                  <a:lnTo>
                    <a:pt x="206702" y="499939"/>
                  </a:lnTo>
                  <a:lnTo>
                    <a:pt x="251999" y="503999"/>
                  </a:lnTo>
                  <a:lnTo>
                    <a:pt x="297296" y="499939"/>
                  </a:lnTo>
                  <a:lnTo>
                    <a:pt x="339930" y="488233"/>
                  </a:lnTo>
                  <a:lnTo>
                    <a:pt x="379188" y="469594"/>
                  </a:lnTo>
                  <a:lnTo>
                    <a:pt x="414359" y="444732"/>
                  </a:lnTo>
                  <a:lnTo>
                    <a:pt x="444732" y="414359"/>
                  </a:lnTo>
                  <a:lnTo>
                    <a:pt x="469594" y="379188"/>
                  </a:lnTo>
                  <a:lnTo>
                    <a:pt x="488233" y="339930"/>
                  </a:lnTo>
                  <a:lnTo>
                    <a:pt x="499939" y="297296"/>
                  </a:lnTo>
                  <a:lnTo>
                    <a:pt x="503999" y="251999"/>
                  </a:lnTo>
                </a:path>
              </a:pathLst>
            </a:custGeom>
            <a:ln w="12700">
              <a:solidFill>
                <a:srgbClr val="443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3731993" y="2388750"/>
            <a:ext cx="965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4314920" y="2082920"/>
            <a:ext cx="2998470" cy="730250"/>
            <a:chOff x="4314920" y="2082920"/>
            <a:chExt cx="2998470" cy="730250"/>
          </a:xfrm>
        </p:grpSpPr>
        <p:sp>
          <p:nvSpPr>
            <p:cNvPr id="90" name="object 90"/>
            <p:cNvSpPr/>
            <p:nvPr/>
          </p:nvSpPr>
          <p:spPr>
            <a:xfrm>
              <a:off x="4320000" y="2088000"/>
              <a:ext cx="2988310" cy="720090"/>
            </a:xfrm>
            <a:custGeom>
              <a:avLst/>
              <a:gdLst/>
              <a:ahLst/>
              <a:cxnLst/>
              <a:rect l="l" t="t" r="r" b="b"/>
              <a:pathLst>
                <a:path w="2988309" h="720089">
                  <a:moveTo>
                    <a:pt x="2843999" y="0"/>
                  </a:moveTo>
                  <a:lnTo>
                    <a:pt x="144000" y="0"/>
                  </a:lnTo>
                  <a:lnTo>
                    <a:pt x="98456" y="7334"/>
                  </a:lnTo>
                  <a:lnTo>
                    <a:pt x="58923" y="27762"/>
                  </a:lnTo>
                  <a:lnTo>
                    <a:pt x="27762" y="58923"/>
                  </a:lnTo>
                  <a:lnTo>
                    <a:pt x="7334" y="98456"/>
                  </a:lnTo>
                  <a:lnTo>
                    <a:pt x="0" y="144000"/>
                  </a:lnTo>
                  <a:lnTo>
                    <a:pt x="0" y="575999"/>
                  </a:lnTo>
                  <a:lnTo>
                    <a:pt x="7334" y="621543"/>
                  </a:lnTo>
                  <a:lnTo>
                    <a:pt x="27762" y="661076"/>
                  </a:lnTo>
                  <a:lnTo>
                    <a:pt x="58923" y="692237"/>
                  </a:lnTo>
                  <a:lnTo>
                    <a:pt x="98456" y="712665"/>
                  </a:lnTo>
                  <a:lnTo>
                    <a:pt x="144000" y="719999"/>
                  </a:lnTo>
                  <a:lnTo>
                    <a:pt x="2843999" y="719999"/>
                  </a:lnTo>
                  <a:lnTo>
                    <a:pt x="2889543" y="712665"/>
                  </a:lnTo>
                  <a:lnTo>
                    <a:pt x="2929076" y="692237"/>
                  </a:lnTo>
                  <a:lnTo>
                    <a:pt x="2960237" y="661076"/>
                  </a:lnTo>
                  <a:lnTo>
                    <a:pt x="2980666" y="621543"/>
                  </a:lnTo>
                  <a:lnTo>
                    <a:pt x="2988000" y="575999"/>
                  </a:lnTo>
                  <a:lnTo>
                    <a:pt x="2988000" y="144000"/>
                  </a:lnTo>
                  <a:lnTo>
                    <a:pt x="2980666" y="98456"/>
                  </a:lnTo>
                  <a:lnTo>
                    <a:pt x="2960237" y="58923"/>
                  </a:lnTo>
                  <a:lnTo>
                    <a:pt x="2929076" y="27762"/>
                  </a:lnTo>
                  <a:lnTo>
                    <a:pt x="2889543" y="7334"/>
                  </a:lnTo>
                  <a:lnTo>
                    <a:pt x="2843999" y="0"/>
                  </a:lnTo>
                  <a:close/>
                </a:path>
              </a:pathLst>
            </a:custGeom>
            <a:solidFill>
              <a:srgbClr val="111121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320000" y="2088000"/>
              <a:ext cx="2988310" cy="720090"/>
            </a:xfrm>
            <a:custGeom>
              <a:avLst/>
              <a:gdLst/>
              <a:ahLst/>
              <a:cxnLst/>
              <a:rect l="l" t="t" r="r" b="b"/>
              <a:pathLst>
                <a:path w="2988309" h="720089">
                  <a:moveTo>
                    <a:pt x="144000" y="719999"/>
                  </a:moveTo>
                  <a:lnTo>
                    <a:pt x="2843999" y="719999"/>
                  </a:lnTo>
                  <a:lnTo>
                    <a:pt x="2889543" y="712665"/>
                  </a:lnTo>
                  <a:lnTo>
                    <a:pt x="2929076" y="692237"/>
                  </a:lnTo>
                  <a:lnTo>
                    <a:pt x="2960237" y="661076"/>
                  </a:lnTo>
                  <a:lnTo>
                    <a:pt x="2980666" y="621543"/>
                  </a:lnTo>
                  <a:lnTo>
                    <a:pt x="2988000" y="575999"/>
                  </a:lnTo>
                  <a:lnTo>
                    <a:pt x="2988000" y="144000"/>
                  </a:lnTo>
                  <a:lnTo>
                    <a:pt x="2980666" y="98456"/>
                  </a:lnTo>
                  <a:lnTo>
                    <a:pt x="2960237" y="58923"/>
                  </a:lnTo>
                  <a:lnTo>
                    <a:pt x="2929076" y="27762"/>
                  </a:lnTo>
                  <a:lnTo>
                    <a:pt x="2889543" y="7334"/>
                  </a:lnTo>
                  <a:lnTo>
                    <a:pt x="2843999" y="0"/>
                  </a:lnTo>
                  <a:lnTo>
                    <a:pt x="144000" y="0"/>
                  </a:lnTo>
                  <a:lnTo>
                    <a:pt x="98456" y="7334"/>
                  </a:lnTo>
                  <a:lnTo>
                    <a:pt x="58923" y="27762"/>
                  </a:lnTo>
                  <a:lnTo>
                    <a:pt x="27762" y="58923"/>
                  </a:lnTo>
                  <a:lnTo>
                    <a:pt x="7334" y="98456"/>
                  </a:lnTo>
                  <a:lnTo>
                    <a:pt x="0" y="144000"/>
                  </a:lnTo>
                  <a:lnTo>
                    <a:pt x="0" y="575999"/>
                  </a:lnTo>
                  <a:lnTo>
                    <a:pt x="7334" y="621543"/>
                  </a:lnTo>
                  <a:lnTo>
                    <a:pt x="27762" y="661076"/>
                  </a:lnTo>
                  <a:lnTo>
                    <a:pt x="58923" y="692237"/>
                  </a:lnTo>
                  <a:lnTo>
                    <a:pt x="98456" y="712665"/>
                  </a:lnTo>
                  <a:lnTo>
                    <a:pt x="144000" y="719999"/>
                  </a:lnTo>
                  <a:close/>
                </a:path>
              </a:pathLst>
            </a:custGeom>
            <a:ln w="10160">
              <a:solidFill>
                <a:srgbClr val="1E1E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4451300" y="2183350"/>
            <a:ext cx="75692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E8E8EF"/>
                </a:solidFill>
                <a:latin typeface="Arial"/>
                <a:cs typeface="Arial"/>
              </a:rPr>
              <a:t>Login</a:t>
            </a:r>
            <a:r>
              <a:rPr sz="850" b="1" spc="-50" dirty="0">
                <a:solidFill>
                  <a:srgbClr val="E8E8EF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E8E8EF"/>
                </a:solidFill>
                <a:latin typeface="Arial"/>
                <a:cs typeface="Arial"/>
              </a:rPr>
              <a:t>Attempt</a:t>
            </a:r>
            <a:endParaRPr sz="85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4451300" y="2381079"/>
            <a:ext cx="2620010" cy="313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100"/>
              </a:spcBef>
            </a:pP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User</a:t>
            </a:r>
            <a:r>
              <a:rPr sz="700" spc="-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enters</a:t>
            </a:r>
            <a:r>
              <a:rPr sz="700" spc="-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username/email</a:t>
            </a:r>
            <a:r>
              <a:rPr sz="700" spc="-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and</a:t>
            </a:r>
            <a:r>
              <a:rPr sz="700" spc="-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password,</a:t>
            </a:r>
            <a:r>
              <a:rPr sz="700" spc="-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then</a:t>
            </a:r>
            <a:r>
              <a:rPr sz="700" spc="-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presses</a:t>
            </a:r>
            <a:r>
              <a:rPr sz="700" spc="-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Enter</a:t>
            </a:r>
            <a:r>
              <a:rPr sz="700" spc="-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8C8CB2"/>
                </a:solidFill>
                <a:latin typeface="Arial MT"/>
                <a:cs typeface="Arial MT"/>
              </a:rPr>
              <a:t>or</a:t>
            </a:r>
            <a:r>
              <a:rPr sz="700" spc="500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clicks Sign </a:t>
            </a:r>
            <a:r>
              <a:rPr sz="700" spc="-25" dirty="0">
                <a:solidFill>
                  <a:srgbClr val="8C8CB2"/>
                </a:solidFill>
                <a:latin typeface="Arial MT"/>
                <a:cs typeface="Arial MT"/>
              </a:rPr>
              <a:t>In.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3521650" y="3125649"/>
            <a:ext cx="516890" cy="913130"/>
            <a:chOff x="3521650" y="3125649"/>
            <a:chExt cx="516890" cy="913130"/>
          </a:xfrm>
        </p:grpSpPr>
        <p:sp>
          <p:nvSpPr>
            <p:cNvPr id="95" name="object 95"/>
            <p:cNvSpPr/>
            <p:nvPr/>
          </p:nvSpPr>
          <p:spPr>
            <a:xfrm>
              <a:off x="3779999" y="3635999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001"/>
                  </a:lnTo>
                </a:path>
              </a:pathLst>
            </a:custGeom>
            <a:ln w="12700">
              <a:solidFill>
                <a:srgbClr val="443D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528000" y="3131999"/>
              <a:ext cx="504190" cy="504190"/>
            </a:xfrm>
            <a:custGeom>
              <a:avLst/>
              <a:gdLst/>
              <a:ahLst/>
              <a:cxnLst/>
              <a:rect l="l" t="t" r="r" b="b"/>
              <a:pathLst>
                <a:path w="504189" h="504189">
                  <a:moveTo>
                    <a:pt x="251999" y="0"/>
                  </a:moveTo>
                  <a:lnTo>
                    <a:pt x="206702" y="4060"/>
                  </a:lnTo>
                  <a:lnTo>
                    <a:pt x="164068" y="15765"/>
                  </a:lnTo>
                  <a:lnTo>
                    <a:pt x="124810" y="34405"/>
                  </a:lnTo>
                  <a:lnTo>
                    <a:pt x="89639" y="59267"/>
                  </a:lnTo>
                  <a:lnTo>
                    <a:pt x="59267" y="89639"/>
                  </a:lnTo>
                  <a:lnTo>
                    <a:pt x="34405" y="124810"/>
                  </a:lnTo>
                  <a:lnTo>
                    <a:pt x="15765" y="164068"/>
                  </a:lnTo>
                  <a:lnTo>
                    <a:pt x="4060" y="206702"/>
                  </a:lnTo>
                  <a:lnTo>
                    <a:pt x="0" y="251999"/>
                  </a:lnTo>
                  <a:lnTo>
                    <a:pt x="4060" y="297297"/>
                  </a:lnTo>
                  <a:lnTo>
                    <a:pt x="15765" y="339931"/>
                  </a:lnTo>
                  <a:lnTo>
                    <a:pt x="34405" y="379189"/>
                  </a:lnTo>
                  <a:lnTo>
                    <a:pt x="59267" y="414360"/>
                  </a:lnTo>
                  <a:lnTo>
                    <a:pt x="89639" y="444732"/>
                  </a:lnTo>
                  <a:lnTo>
                    <a:pt x="124810" y="469594"/>
                  </a:lnTo>
                  <a:lnTo>
                    <a:pt x="164068" y="488233"/>
                  </a:lnTo>
                  <a:lnTo>
                    <a:pt x="206702" y="499939"/>
                  </a:lnTo>
                  <a:lnTo>
                    <a:pt x="251999" y="503999"/>
                  </a:lnTo>
                  <a:lnTo>
                    <a:pt x="297296" y="499939"/>
                  </a:lnTo>
                  <a:lnTo>
                    <a:pt x="339930" y="488233"/>
                  </a:lnTo>
                  <a:lnTo>
                    <a:pt x="379188" y="469594"/>
                  </a:lnTo>
                  <a:lnTo>
                    <a:pt x="414359" y="444732"/>
                  </a:lnTo>
                  <a:lnTo>
                    <a:pt x="444732" y="414360"/>
                  </a:lnTo>
                  <a:lnTo>
                    <a:pt x="469594" y="379189"/>
                  </a:lnTo>
                  <a:lnTo>
                    <a:pt x="488233" y="339931"/>
                  </a:lnTo>
                  <a:lnTo>
                    <a:pt x="499939" y="297297"/>
                  </a:lnTo>
                  <a:lnTo>
                    <a:pt x="503999" y="251999"/>
                  </a:lnTo>
                  <a:lnTo>
                    <a:pt x="499939" y="206702"/>
                  </a:lnTo>
                  <a:lnTo>
                    <a:pt x="488233" y="164068"/>
                  </a:lnTo>
                  <a:lnTo>
                    <a:pt x="469594" y="124810"/>
                  </a:lnTo>
                  <a:lnTo>
                    <a:pt x="444732" y="89639"/>
                  </a:lnTo>
                  <a:lnTo>
                    <a:pt x="414359" y="59267"/>
                  </a:lnTo>
                  <a:lnTo>
                    <a:pt x="379188" y="34405"/>
                  </a:lnTo>
                  <a:lnTo>
                    <a:pt x="339930" y="15765"/>
                  </a:lnTo>
                  <a:lnTo>
                    <a:pt x="297296" y="4060"/>
                  </a:lnTo>
                  <a:lnTo>
                    <a:pt x="251999" y="0"/>
                  </a:lnTo>
                  <a:close/>
                </a:path>
              </a:pathLst>
            </a:custGeom>
            <a:solidFill>
              <a:srgbClr val="443DFF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528000" y="3131999"/>
              <a:ext cx="504190" cy="504190"/>
            </a:xfrm>
            <a:custGeom>
              <a:avLst/>
              <a:gdLst/>
              <a:ahLst/>
              <a:cxnLst/>
              <a:rect l="l" t="t" r="r" b="b"/>
              <a:pathLst>
                <a:path w="504189" h="504189">
                  <a:moveTo>
                    <a:pt x="503999" y="251999"/>
                  </a:moveTo>
                  <a:lnTo>
                    <a:pt x="499939" y="206702"/>
                  </a:lnTo>
                  <a:lnTo>
                    <a:pt x="488233" y="164068"/>
                  </a:lnTo>
                  <a:lnTo>
                    <a:pt x="469594" y="124810"/>
                  </a:lnTo>
                  <a:lnTo>
                    <a:pt x="444732" y="89639"/>
                  </a:lnTo>
                  <a:lnTo>
                    <a:pt x="414359" y="59267"/>
                  </a:lnTo>
                  <a:lnTo>
                    <a:pt x="379188" y="34405"/>
                  </a:lnTo>
                  <a:lnTo>
                    <a:pt x="339930" y="15765"/>
                  </a:lnTo>
                  <a:lnTo>
                    <a:pt x="297296" y="4060"/>
                  </a:lnTo>
                  <a:lnTo>
                    <a:pt x="251999" y="0"/>
                  </a:lnTo>
                  <a:lnTo>
                    <a:pt x="206702" y="4060"/>
                  </a:lnTo>
                  <a:lnTo>
                    <a:pt x="164068" y="15765"/>
                  </a:lnTo>
                  <a:lnTo>
                    <a:pt x="124810" y="34405"/>
                  </a:lnTo>
                  <a:lnTo>
                    <a:pt x="89639" y="59267"/>
                  </a:lnTo>
                  <a:lnTo>
                    <a:pt x="59267" y="89639"/>
                  </a:lnTo>
                  <a:lnTo>
                    <a:pt x="34405" y="124810"/>
                  </a:lnTo>
                  <a:lnTo>
                    <a:pt x="15765" y="164068"/>
                  </a:lnTo>
                  <a:lnTo>
                    <a:pt x="4060" y="206702"/>
                  </a:lnTo>
                  <a:lnTo>
                    <a:pt x="0" y="251999"/>
                  </a:lnTo>
                  <a:lnTo>
                    <a:pt x="4060" y="297297"/>
                  </a:lnTo>
                  <a:lnTo>
                    <a:pt x="15765" y="339931"/>
                  </a:lnTo>
                  <a:lnTo>
                    <a:pt x="34405" y="379189"/>
                  </a:lnTo>
                  <a:lnTo>
                    <a:pt x="59267" y="414360"/>
                  </a:lnTo>
                  <a:lnTo>
                    <a:pt x="89639" y="444732"/>
                  </a:lnTo>
                  <a:lnTo>
                    <a:pt x="124810" y="469594"/>
                  </a:lnTo>
                  <a:lnTo>
                    <a:pt x="164068" y="488233"/>
                  </a:lnTo>
                  <a:lnTo>
                    <a:pt x="206702" y="499939"/>
                  </a:lnTo>
                  <a:lnTo>
                    <a:pt x="251999" y="503999"/>
                  </a:lnTo>
                  <a:lnTo>
                    <a:pt x="297296" y="499939"/>
                  </a:lnTo>
                  <a:lnTo>
                    <a:pt x="339930" y="488233"/>
                  </a:lnTo>
                  <a:lnTo>
                    <a:pt x="379188" y="469594"/>
                  </a:lnTo>
                  <a:lnTo>
                    <a:pt x="414359" y="444732"/>
                  </a:lnTo>
                  <a:lnTo>
                    <a:pt x="444732" y="414360"/>
                  </a:lnTo>
                  <a:lnTo>
                    <a:pt x="469594" y="379189"/>
                  </a:lnTo>
                  <a:lnTo>
                    <a:pt x="488233" y="339931"/>
                  </a:lnTo>
                  <a:lnTo>
                    <a:pt x="499939" y="297297"/>
                  </a:lnTo>
                  <a:lnTo>
                    <a:pt x="503999" y="251999"/>
                  </a:lnTo>
                </a:path>
              </a:pathLst>
            </a:custGeom>
            <a:ln w="12700">
              <a:solidFill>
                <a:srgbClr val="443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3731993" y="3288749"/>
            <a:ext cx="965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534920" y="2982919"/>
            <a:ext cx="2998470" cy="730250"/>
            <a:chOff x="534920" y="2982919"/>
            <a:chExt cx="2998470" cy="730250"/>
          </a:xfrm>
        </p:grpSpPr>
        <p:sp>
          <p:nvSpPr>
            <p:cNvPr id="100" name="object 100"/>
            <p:cNvSpPr/>
            <p:nvPr/>
          </p:nvSpPr>
          <p:spPr>
            <a:xfrm>
              <a:off x="540000" y="2987999"/>
              <a:ext cx="2988310" cy="720090"/>
            </a:xfrm>
            <a:custGeom>
              <a:avLst/>
              <a:gdLst/>
              <a:ahLst/>
              <a:cxnLst/>
              <a:rect l="l" t="t" r="r" b="b"/>
              <a:pathLst>
                <a:path w="2988310" h="720089">
                  <a:moveTo>
                    <a:pt x="2844000" y="0"/>
                  </a:moveTo>
                  <a:lnTo>
                    <a:pt x="143999" y="0"/>
                  </a:lnTo>
                  <a:lnTo>
                    <a:pt x="98456" y="7334"/>
                  </a:lnTo>
                  <a:lnTo>
                    <a:pt x="58923" y="27762"/>
                  </a:lnTo>
                  <a:lnTo>
                    <a:pt x="27762" y="58923"/>
                  </a:lnTo>
                  <a:lnTo>
                    <a:pt x="7334" y="98456"/>
                  </a:lnTo>
                  <a:lnTo>
                    <a:pt x="0" y="144000"/>
                  </a:lnTo>
                  <a:lnTo>
                    <a:pt x="0" y="576000"/>
                  </a:lnTo>
                  <a:lnTo>
                    <a:pt x="7334" y="621544"/>
                  </a:lnTo>
                  <a:lnTo>
                    <a:pt x="27762" y="661076"/>
                  </a:lnTo>
                  <a:lnTo>
                    <a:pt x="58923" y="692237"/>
                  </a:lnTo>
                  <a:lnTo>
                    <a:pt x="98456" y="712665"/>
                  </a:lnTo>
                  <a:lnTo>
                    <a:pt x="143999" y="719999"/>
                  </a:lnTo>
                  <a:lnTo>
                    <a:pt x="2844000" y="719999"/>
                  </a:lnTo>
                  <a:lnTo>
                    <a:pt x="2889543" y="712665"/>
                  </a:lnTo>
                  <a:lnTo>
                    <a:pt x="2929076" y="692237"/>
                  </a:lnTo>
                  <a:lnTo>
                    <a:pt x="2960238" y="661076"/>
                  </a:lnTo>
                  <a:lnTo>
                    <a:pt x="2980666" y="621544"/>
                  </a:lnTo>
                  <a:lnTo>
                    <a:pt x="2988000" y="576000"/>
                  </a:lnTo>
                  <a:lnTo>
                    <a:pt x="2988000" y="144000"/>
                  </a:lnTo>
                  <a:lnTo>
                    <a:pt x="2980666" y="98456"/>
                  </a:lnTo>
                  <a:lnTo>
                    <a:pt x="2960238" y="58923"/>
                  </a:lnTo>
                  <a:lnTo>
                    <a:pt x="2929076" y="27762"/>
                  </a:lnTo>
                  <a:lnTo>
                    <a:pt x="2889543" y="7334"/>
                  </a:lnTo>
                  <a:lnTo>
                    <a:pt x="2844000" y="0"/>
                  </a:lnTo>
                  <a:close/>
                </a:path>
              </a:pathLst>
            </a:custGeom>
            <a:solidFill>
              <a:srgbClr val="111121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40000" y="2987999"/>
              <a:ext cx="2988310" cy="720090"/>
            </a:xfrm>
            <a:custGeom>
              <a:avLst/>
              <a:gdLst/>
              <a:ahLst/>
              <a:cxnLst/>
              <a:rect l="l" t="t" r="r" b="b"/>
              <a:pathLst>
                <a:path w="2988310" h="720089">
                  <a:moveTo>
                    <a:pt x="143999" y="719999"/>
                  </a:moveTo>
                  <a:lnTo>
                    <a:pt x="2844000" y="719999"/>
                  </a:lnTo>
                  <a:lnTo>
                    <a:pt x="2889543" y="712665"/>
                  </a:lnTo>
                  <a:lnTo>
                    <a:pt x="2929076" y="692237"/>
                  </a:lnTo>
                  <a:lnTo>
                    <a:pt x="2960238" y="661076"/>
                  </a:lnTo>
                  <a:lnTo>
                    <a:pt x="2980666" y="621544"/>
                  </a:lnTo>
                  <a:lnTo>
                    <a:pt x="2988000" y="576000"/>
                  </a:lnTo>
                  <a:lnTo>
                    <a:pt x="2988000" y="144000"/>
                  </a:lnTo>
                  <a:lnTo>
                    <a:pt x="2980666" y="98456"/>
                  </a:lnTo>
                  <a:lnTo>
                    <a:pt x="2960238" y="58923"/>
                  </a:lnTo>
                  <a:lnTo>
                    <a:pt x="2929076" y="27762"/>
                  </a:lnTo>
                  <a:lnTo>
                    <a:pt x="2889543" y="7334"/>
                  </a:lnTo>
                  <a:lnTo>
                    <a:pt x="2844000" y="0"/>
                  </a:lnTo>
                  <a:lnTo>
                    <a:pt x="143999" y="0"/>
                  </a:lnTo>
                  <a:lnTo>
                    <a:pt x="98456" y="7334"/>
                  </a:lnTo>
                  <a:lnTo>
                    <a:pt x="58923" y="27762"/>
                  </a:lnTo>
                  <a:lnTo>
                    <a:pt x="27762" y="58923"/>
                  </a:lnTo>
                  <a:lnTo>
                    <a:pt x="7334" y="98456"/>
                  </a:lnTo>
                  <a:lnTo>
                    <a:pt x="0" y="144000"/>
                  </a:lnTo>
                  <a:lnTo>
                    <a:pt x="0" y="576000"/>
                  </a:lnTo>
                  <a:lnTo>
                    <a:pt x="7334" y="621544"/>
                  </a:lnTo>
                  <a:lnTo>
                    <a:pt x="27762" y="661076"/>
                  </a:lnTo>
                  <a:lnTo>
                    <a:pt x="58923" y="692237"/>
                  </a:lnTo>
                  <a:lnTo>
                    <a:pt x="98456" y="712665"/>
                  </a:lnTo>
                  <a:lnTo>
                    <a:pt x="143999" y="719999"/>
                  </a:lnTo>
                  <a:close/>
                </a:path>
              </a:pathLst>
            </a:custGeom>
            <a:ln w="10160">
              <a:solidFill>
                <a:srgbClr val="1E1E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02"/>
          <p:cNvSpPr txBox="1"/>
          <p:nvPr/>
        </p:nvSpPr>
        <p:spPr>
          <a:xfrm>
            <a:off x="671300" y="3083349"/>
            <a:ext cx="2543175" cy="511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E8E8EF"/>
                </a:solidFill>
                <a:latin typeface="Arial"/>
                <a:cs typeface="Arial"/>
              </a:rPr>
              <a:t>Account</a:t>
            </a:r>
            <a:r>
              <a:rPr sz="850" b="1" spc="-35" dirty="0">
                <a:solidFill>
                  <a:srgbClr val="E8E8EF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E8E8EF"/>
                </a:solidFill>
                <a:latin typeface="Arial"/>
                <a:cs typeface="Arial"/>
              </a:rPr>
              <a:t>Check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System</a:t>
            </a:r>
            <a:r>
              <a:rPr sz="700" spc="-1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checks</a:t>
            </a:r>
            <a:r>
              <a:rPr sz="700" spc="-10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LocalStorage</a:t>
            </a:r>
            <a:r>
              <a:rPr sz="700" spc="-10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(DB).</a:t>
            </a:r>
            <a:r>
              <a:rPr sz="700" spc="-10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If</a:t>
            </a:r>
            <a:r>
              <a:rPr sz="700" spc="-10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found</a:t>
            </a:r>
            <a:r>
              <a:rPr sz="700" spc="-10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Symbol"/>
                <a:cs typeface="Symbol"/>
              </a:rPr>
              <a:t></a:t>
            </a:r>
            <a:r>
              <a:rPr sz="700" spc="5" dirty="0">
                <a:solidFill>
                  <a:srgbClr val="8C8CB2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proceed.</a:t>
            </a:r>
            <a:r>
              <a:rPr sz="700" spc="-10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If</a:t>
            </a:r>
            <a:r>
              <a:rPr sz="700" spc="-10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not</a:t>
            </a:r>
            <a:r>
              <a:rPr sz="700" spc="-10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spc="-50" dirty="0">
                <a:solidFill>
                  <a:srgbClr val="8C8CB2"/>
                </a:solidFill>
                <a:latin typeface="Symbol"/>
                <a:cs typeface="Symbol"/>
              </a:rPr>
              <a:t></a:t>
            </a:r>
            <a:endParaRPr sz="70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error</a:t>
            </a:r>
            <a:r>
              <a:rPr sz="700" spc="-20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toast</a:t>
            </a:r>
            <a:r>
              <a:rPr sz="700" spc="-1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8C8CB2"/>
                </a:solidFill>
                <a:latin typeface="Arial MT"/>
                <a:cs typeface="Arial MT"/>
              </a:rPr>
              <a:t>shown.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3521650" y="4025650"/>
            <a:ext cx="516890" cy="913130"/>
            <a:chOff x="3521650" y="4025650"/>
            <a:chExt cx="516890" cy="913130"/>
          </a:xfrm>
        </p:grpSpPr>
        <p:sp>
          <p:nvSpPr>
            <p:cNvPr id="104" name="object 104"/>
            <p:cNvSpPr/>
            <p:nvPr/>
          </p:nvSpPr>
          <p:spPr>
            <a:xfrm>
              <a:off x="3779999" y="4536000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5999"/>
                  </a:lnTo>
                </a:path>
              </a:pathLst>
            </a:custGeom>
            <a:ln w="12700">
              <a:solidFill>
                <a:srgbClr val="443D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528000" y="4032000"/>
              <a:ext cx="504190" cy="504190"/>
            </a:xfrm>
            <a:custGeom>
              <a:avLst/>
              <a:gdLst/>
              <a:ahLst/>
              <a:cxnLst/>
              <a:rect l="l" t="t" r="r" b="b"/>
              <a:pathLst>
                <a:path w="504189" h="504189">
                  <a:moveTo>
                    <a:pt x="251999" y="0"/>
                  </a:moveTo>
                  <a:lnTo>
                    <a:pt x="206702" y="4060"/>
                  </a:lnTo>
                  <a:lnTo>
                    <a:pt x="164068" y="15765"/>
                  </a:lnTo>
                  <a:lnTo>
                    <a:pt x="124810" y="34405"/>
                  </a:lnTo>
                  <a:lnTo>
                    <a:pt x="89639" y="59266"/>
                  </a:lnTo>
                  <a:lnTo>
                    <a:pt x="59267" y="89639"/>
                  </a:lnTo>
                  <a:lnTo>
                    <a:pt x="34405" y="124810"/>
                  </a:lnTo>
                  <a:lnTo>
                    <a:pt x="15765" y="164068"/>
                  </a:lnTo>
                  <a:lnTo>
                    <a:pt x="4060" y="206702"/>
                  </a:lnTo>
                  <a:lnTo>
                    <a:pt x="0" y="251999"/>
                  </a:lnTo>
                  <a:lnTo>
                    <a:pt x="4060" y="297296"/>
                  </a:lnTo>
                  <a:lnTo>
                    <a:pt x="15765" y="339930"/>
                  </a:lnTo>
                  <a:lnTo>
                    <a:pt x="34405" y="379188"/>
                  </a:lnTo>
                  <a:lnTo>
                    <a:pt x="59267" y="414359"/>
                  </a:lnTo>
                  <a:lnTo>
                    <a:pt x="89639" y="444732"/>
                  </a:lnTo>
                  <a:lnTo>
                    <a:pt x="124810" y="469594"/>
                  </a:lnTo>
                  <a:lnTo>
                    <a:pt x="164068" y="488233"/>
                  </a:lnTo>
                  <a:lnTo>
                    <a:pt x="206702" y="499939"/>
                  </a:lnTo>
                  <a:lnTo>
                    <a:pt x="251999" y="503999"/>
                  </a:lnTo>
                  <a:lnTo>
                    <a:pt x="297296" y="499939"/>
                  </a:lnTo>
                  <a:lnTo>
                    <a:pt x="339930" y="488233"/>
                  </a:lnTo>
                  <a:lnTo>
                    <a:pt x="379188" y="469594"/>
                  </a:lnTo>
                  <a:lnTo>
                    <a:pt x="414359" y="444732"/>
                  </a:lnTo>
                  <a:lnTo>
                    <a:pt x="444732" y="414359"/>
                  </a:lnTo>
                  <a:lnTo>
                    <a:pt x="469594" y="379188"/>
                  </a:lnTo>
                  <a:lnTo>
                    <a:pt x="488233" y="339930"/>
                  </a:lnTo>
                  <a:lnTo>
                    <a:pt x="499939" y="297296"/>
                  </a:lnTo>
                  <a:lnTo>
                    <a:pt x="503999" y="251999"/>
                  </a:lnTo>
                  <a:lnTo>
                    <a:pt x="499939" y="206702"/>
                  </a:lnTo>
                  <a:lnTo>
                    <a:pt x="488233" y="164068"/>
                  </a:lnTo>
                  <a:lnTo>
                    <a:pt x="469594" y="124810"/>
                  </a:lnTo>
                  <a:lnTo>
                    <a:pt x="444732" y="89639"/>
                  </a:lnTo>
                  <a:lnTo>
                    <a:pt x="414359" y="59266"/>
                  </a:lnTo>
                  <a:lnTo>
                    <a:pt x="379188" y="34405"/>
                  </a:lnTo>
                  <a:lnTo>
                    <a:pt x="339930" y="15765"/>
                  </a:lnTo>
                  <a:lnTo>
                    <a:pt x="297296" y="4060"/>
                  </a:lnTo>
                  <a:lnTo>
                    <a:pt x="251999" y="0"/>
                  </a:lnTo>
                  <a:close/>
                </a:path>
              </a:pathLst>
            </a:custGeom>
            <a:solidFill>
              <a:srgbClr val="443DFF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528000" y="4032000"/>
              <a:ext cx="504190" cy="504190"/>
            </a:xfrm>
            <a:custGeom>
              <a:avLst/>
              <a:gdLst/>
              <a:ahLst/>
              <a:cxnLst/>
              <a:rect l="l" t="t" r="r" b="b"/>
              <a:pathLst>
                <a:path w="504189" h="504189">
                  <a:moveTo>
                    <a:pt x="503999" y="251999"/>
                  </a:moveTo>
                  <a:lnTo>
                    <a:pt x="499939" y="206702"/>
                  </a:lnTo>
                  <a:lnTo>
                    <a:pt x="488233" y="164068"/>
                  </a:lnTo>
                  <a:lnTo>
                    <a:pt x="469594" y="124810"/>
                  </a:lnTo>
                  <a:lnTo>
                    <a:pt x="444732" y="89639"/>
                  </a:lnTo>
                  <a:lnTo>
                    <a:pt x="414359" y="59266"/>
                  </a:lnTo>
                  <a:lnTo>
                    <a:pt x="379188" y="34405"/>
                  </a:lnTo>
                  <a:lnTo>
                    <a:pt x="339930" y="15765"/>
                  </a:lnTo>
                  <a:lnTo>
                    <a:pt x="297296" y="4060"/>
                  </a:lnTo>
                  <a:lnTo>
                    <a:pt x="251999" y="0"/>
                  </a:lnTo>
                  <a:lnTo>
                    <a:pt x="206702" y="4060"/>
                  </a:lnTo>
                  <a:lnTo>
                    <a:pt x="164068" y="15765"/>
                  </a:lnTo>
                  <a:lnTo>
                    <a:pt x="124810" y="34405"/>
                  </a:lnTo>
                  <a:lnTo>
                    <a:pt x="89639" y="59266"/>
                  </a:lnTo>
                  <a:lnTo>
                    <a:pt x="59267" y="89639"/>
                  </a:lnTo>
                  <a:lnTo>
                    <a:pt x="34405" y="124810"/>
                  </a:lnTo>
                  <a:lnTo>
                    <a:pt x="15765" y="164068"/>
                  </a:lnTo>
                  <a:lnTo>
                    <a:pt x="4060" y="206702"/>
                  </a:lnTo>
                  <a:lnTo>
                    <a:pt x="0" y="251999"/>
                  </a:lnTo>
                  <a:lnTo>
                    <a:pt x="4060" y="297296"/>
                  </a:lnTo>
                  <a:lnTo>
                    <a:pt x="15765" y="339930"/>
                  </a:lnTo>
                  <a:lnTo>
                    <a:pt x="34405" y="379188"/>
                  </a:lnTo>
                  <a:lnTo>
                    <a:pt x="59267" y="414359"/>
                  </a:lnTo>
                  <a:lnTo>
                    <a:pt x="89639" y="444732"/>
                  </a:lnTo>
                  <a:lnTo>
                    <a:pt x="124810" y="469594"/>
                  </a:lnTo>
                  <a:lnTo>
                    <a:pt x="164068" y="488233"/>
                  </a:lnTo>
                  <a:lnTo>
                    <a:pt x="206702" y="499939"/>
                  </a:lnTo>
                  <a:lnTo>
                    <a:pt x="251999" y="503999"/>
                  </a:lnTo>
                  <a:lnTo>
                    <a:pt x="297296" y="499939"/>
                  </a:lnTo>
                  <a:lnTo>
                    <a:pt x="339930" y="488233"/>
                  </a:lnTo>
                  <a:lnTo>
                    <a:pt x="379188" y="469594"/>
                  </a:lnTo>
                  <a:lnTo>
                    <a:pt x="414359" y="444732"/>
                  </a:lnTo>
                  <a:lnTo>
                    <a:pt x="444732" y="414359"/>
                  </a:lnTo>
                  <a:lnTo>
                    <a:pt x="469594" y="379188"/>
                  </a:lnTo>
                  <a:lnTo>
                    <a:pt x="488233" y="339930"/>
                  </a:lnTo>
                  <a:lnTo>
                    <a:pt x="499939" y="297296"/>
                  </a:lnTo>
                  <a:lnTo>
                    <a:pt x="503999" y="251999"/>
                  </a:lnTo>
                </a:path>
              </a:pathLst>
            </a:custGeom>
            <a:ln w="12700">
              <a:solidFill>
                <a:srgbClr val="443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7" name="object 107"/>
          <p:cNvSpPr txBox="1"/>
          <p:nvPr/>
        </p:nvSpPr>
        <p:spPr>
          <a:xfrm>
            <a:off x="3731993" y="4188750"/>
            <a:ext cx="965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08" name="object 108"/>
          <p:cNvGrpSpPr/>
          <p:nvPr/>
        </p:nvGrpSpPr>
        <p:grpSpPr>
          <a:xfrm>
            <a:off x="4314920" y="3882920"/>
            <a:ext cx="2998470" cy="730250"/>
            <a:chOff x="4314920" y="3882920"/>
            <a:chExt cx="2998470" cy="730250"/>
          </a:xfrm>
        </p:grpSpPr>
        <p:sp>
          <p:nvSpPr>
            <p:cNvPr id="109" name="object 109"/>
            <p:cNvSpPr/>
            <p:nvPr/>
          </p:nvSpPr>
          <p:spPr>
            <a:xfrm>
              <a:off x="4320000" y="3888000"/>
              <a:ext cx="2988310" cy="720090"/>
            </a:xfrm>
            <a:custGeom>
              <a:avLst/>
              <a:gdLst/>
              <a:ahLst/>
              <a:cxnLst/>
              <a:rect l="l" t="t" r="r" b="b"/>
              <a:pathLst>
                <a:path w="2988309" h="720089">
                  <a:moveTo>
                    <a:pt x="2843999" y="0"/>
                  </a:moveTo>
                  <a:lnTo>
                    <a:pt x="144000" y="0"/>
                  </a:lnTo>
                  <a:lnTo>
                    <a:pt x="98456" y="7334"/>
                  </a:lnTo>
                  <a:lnTo>
                    <a:pt x="58923" y="27762"/>
                  </a:lnTo>
                  <a:lnTo>
                    <a:pt x="27762" y="58923"/>
                  </a:lnTo>
                  <a:lnTo>
                    <a:pt x="7334" y="98456"/>
                  </a:lnTo>
                  <a:lnTo>
                    <a:pt x="0" y="144000"/>
                  </a:lnTo>
                  <a:lnTo>
                    <a:pt x="0" y="575999"/>
                  </a:lnTo>
                  <a:lnTo>
                    <a:pt x="7334" y="621543"/>
                  </a:lnTo>
                  <a:lnTo>
                    <a:pt x="27762" y="661076"/>
                  </a:lnTo>
                  <a:lnTo>
                    <a:pt x="58923" y="692237"/>
                  </a:lnTo>
                  <a:lnTo>
                    <a:pt x="98456" y="712665"/>
                  </a:lnTo>
                  <a:lnTo>
                    <a:pt x="144000" y="719999"/>
                  </a:lnTo>
                  <a:lnTo>
                    <a:pt x="2843999" y="719999"/>
                  </a:lnTo>
                  <a:lnTo>
                    <a:pt x="2889543" y="712665"/>
                  </a:lnTo>
                  <a:lnTo>
                    <a:pt x="2929076" y="692237"/>
                  </a:lnTo>
                  <a:lnTo>
                    <a:pt x="2960237" y="661076"/>
                  </a:lnTo>
                  <a:lnTo>
                    <a:pt x="2980666" y="621543"/>
                  </a:lnTo>
                  <a:lnTo>
                    <a:pt x="2988000" y="575999"/>
                  </a:lnTo>
                  <a:lnTo>
                    <a:pt x="2988000" y="144000"/>
                  </a:lnTo>
                  <a:lnTo>
                    <a:pt x="2980666" y="98456"/>
                  </a:lnTo>
                  <a:lnTo>
                    <a:pt x="2960237" y="58923"/>
                  </a:lnTo>
                  <a:lnTo>
                    <a:pt x="2929076" y="27762"/>
                  </a:lnTo>
                  <a:lnTo>
                    <a:pt x="2889543" y="7334"/>
                  </a:lnTo>
                  <a:lnTo>
                    <a:pt x="2843999" y="0"/>
                  </a:lnTo>
                  <a:close/>
                </a:path>
              </a:pathLst>
            </a:custGeom>
            <a:solidFill>
              <a:srgbClr val="111121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320000" y="3888000"/>
              <a:ext cx="2988310" cy="720090"/>
            </a:xfrm>
            <a:custGeom>
              <a:avLst/>
              <a:gdLst/>
              <a:ahLst/>
              <a:cxnLst/>
              <a:rect l="l" t="t" r="r" b="b"/>
              <a:pathLst>
                <a:path w="2988309" h="720089">
                  <a:moveTo>
                    <a:pt x="144000" y="719999"/>
                  </a:moveTo>
                  <a:lnTo>
                    <a:pt x="2843999" y="719999"/>
                  </a:lnTo>
                  <a:lnTo>
                    <a:pt x="2889543" y="712665"/>
                  </a:lnTo>
                  <a:lnTo>
                    <a:pt x="2929076" y="692237"/>
                  </a:lnTo>
                  <a:lnTo>
                    <a:pt x="2960237" y="661076"/>
                  </a:lnTo>
                  <a:lnTo>
                    <a:pt x="2980666" y="621543"/>
                  </a:lnTo>
                  <a:lnTo>
                    <a:pt x="2988000" y="575999"/>
                  </a:lnTo>
                  <a:lnTo>
                    <a:pt x="2988000" y="144000"/>
                  </a:lnTo>
                  <a:lnTo>
                    <a:pt x="2980666" y="98456"/>
                  </a:lnTo>
                  <a:lnTo>
                    <a:pt x="2960237" y="58923"/>
                  </a:lnTo>
                  <a:lnTo>
                    <a:pt x="2929076" y="27762"/>
                  </a:lnTo>
                  <a:lnTo>
                    <a:pt x="2889543" y="7334"/>
                  </a:lnTo>
                  <a:lnTo>
                    <a:pt x="2843999" y="0"/>
                  </a:lnTo>
                  <a:lnTo>
                    <a:pt x="144000" y="0"/>
                  </a:lnTo>
                  <a:lnTo>
                    <a:pt x="98456" y="7334"/>
                  </a:lnTo>
                  <a:lnTo>
                    <a:pt x="58923" y="27762"/>
                  </a:lnTo>
                  <a:lnTo>
                    <a:pt x="27762" y="58923"/>
                  </a:lnTo>
                  <a:lnTo>
                    <a:pt x="7334" y="98456"/>
                  </a:lnTo>
                  <a:lnTo>
                    <a:pt x="0" y="144000"/>
                  </a:lnTo>
                  <a:lnTo>
                    <a:pt x="0" y="575999"/>
                  </a:lnTo>
                  <a:lnTo>
                    <a:pt x="7334" y="621543"/>
                  </a:lnTo>
                  <a:lnTo>
                    <a:pt x="27762" y="661076"/>
                  </a:lnTo>
                  <a:lnTo>
                    <a:pt x="58923" y="692237"/>
                  </a:lnTo>
                  <a:lnTo>
                    <a:pt x="98456" y="712665"/>
                  </a:lnTo>
                  <a:lnTo>
                    <a:pt x="144000" y="719999"/>
                  </a:lnTo>
                  <a:close/>
                </a:path>
              </a:pathLst>
            </a:custGeom>
            <a:ln w="10160">
              <a:solidFill>
                <a:srgbClr val="1E1E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1" name="object 111"/>
          <p:cNvSpPr txBox="1"/>
          <p:nvPr/>
        </p:nvSpPr>
        <p:spPr>
          <a:xfrm>
            <a:off x="4451300" y="3983349"/>
            <a:ext cx="45783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10" dirty="0">
                <a:solidFill>
                  <a:srgbClr val="E8E8EF"/>
                </a:solidFill>
                <a:latin typeface="Arial"/>
                <a:cs typeface="Arial"/>
              </a:rPr>
              <a:t>Register</a:t>
            </a:r>
            <a:endParaRPr sz="850">
              <a:latin typeface="Arial"/>
              <a:cs typeface="Arial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4451300" y="4181079"/>
            <a:ext cx="2609215" cy="313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100"/>
              </a:spcBef>
            </a:pP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User</a:t>
            </a:r>
            <a:r>
              <a:rPr sz="700" spc="-1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clicks</a:t>
            </a:r>
            <a:r>
              <a:rPr sz="700" spc="-10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'Create</a:t>
            </a:r>
            <a:r>
              <a:rPr sz="700" spc="-10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Account',</a:t>
            </a:r>
            <a:r>
              <a:rPr sz="700" spc="-10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fills</a:t>
            </a:r>
            <a:r>
              <a:rPr sz="700" spc="-10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the</a:t>
            </a:r>
            <a:r>
              <a:rPr sz="700" spc="-1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form,</a:t>
            </a:r>
            <a:r>
              <a:rPr sz="700" spc="-10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submits.</a:t>
            </a:r>
            <a:r>
              <a:rPr sz="700" spc="-10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Data</a:t>
            </a:r>
            <a:r>
              <a:rPr sz="700" spc="-10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saved</a:t>
            </a:r>
            <a:r>
              <a:rPr sz="700" spc="-10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8C8CB2"/>
                </a:solidFill>
                <a:latin typeface="Arial MT"/>
                <a:cs typeface="Arial MT"/>
              </a:rPr>
              <a:t>to</a:t>
            </a:r>
            <a:r>
              <a:rPr sz="700" spc="500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DB</a:t>
            </a:r>
            <a:r>
              <a:rPr sz="700" spc="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8C8CB2"/>
                </a:solidFill>
                <a:latin typeface="Arial MT"/>
                <a:cs typeface="Arial MT"/>
              </a:rPr>
              <a:t>instantly.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3521650" y="4925650"/>
            <a:ext cx="516890" cy="913130"/>
            <a:chOff x="3521650" y="4925650"/>
            <a:chExt cx="516890" cy="913130"/>
          </a:xfrm>
        </p:grpSpPr>
        <p:sp>
          <p:nvSpPr>
            <p:cNvPr id="114" name="object 114"/>
            <p:cNvSpPr/>
            <p:nvPr/>
          </p:nvSpPr>
          <p:spPr>
            <a:xfrm>
              <a:off x="3779999" y="5435999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5999"/>
                  </a:lnTo>
                </a:path>
              </a:pathLst>
            </a:custGeom>
            <a:ln w="12700">
              <a:solidFill>
                <a:srgbClr val="443D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528000" y="4932000"/>
              <a:ext cx="504190" cy="504190"/>
            </a:xfrm>
            <a:custGeom>
              <a:avLst/>
              <a:gdLst/>
              <a:ahLst/>
              <a:cxnLst/>
              <a:rect l="l" t="t" r="r" b="b"/>
              <a:pathLst>
                <a:path w="504189" h="504189">
                  <a:moveTo>
                    <a:pt x="251999" y="0"/>
                  </a:moveTo>
                  <a:lnTo>
                    <a:pt x="206702" y="4060"/>
                  </a:lnTo>
                  <a:lnTo>
                    <a:pt x="164068" y="15765"/>
                  </a:lnTo>
                  <a:lnTo>
                    <a:pt x="124810" y="34405"/>
                  </a:lnTo>
                  <a:lnTo>
                    <a:pt x="89639" y="59267"/>
                  </a:lnTo>
                  <a:lnTo>
                    <a:pt x="59267" y="89639"/>
                  </a:lnTo>
                  <a:lnTo>
                    <a:pt x="34405" y="124810"/>
                  </a:lnTo>
                  <a:lnTo>
                    <a:pt x="15765" y="164068"/>
                  </a:lnTo>
                  <a:lnTo>
                    <a:pt x="4060" y="206702"/>
                  </a:lnTo>
                  <a:lnTo>
                    <a:pt x="0" y="251999"/>
                  </a:lnTo>
                  <a:lnTo>
                    <a:pt x="4060" y="297296"/>
                  </a:lnTo>
                  <a:lnTo>
                    <a:pt x="15765" y="339930"/>
                  </a:lnTo>
                  <a:lnTo>
                    <a:pt x="34405" y="379188"/>
                  </a:lnTo>
                  <a:lnTo>
                    <a:pt x="59267" y="414359"/>
                  </a:lnTo>
                  <a:lnTo>
                    <a:pt x="89639" y="444732"/>
                  </a:lnTo>
                  <a:lnTo>
                    <a:pt x="124810" y="469594"/>
                  </a:lnTo>
                  <a:lnTo>
                    <a:pt x="164068" y="488233"/>
                  </a:lnTo>
                  <a:lnTo>
                    <a:pt x="206702" y="499939"/>
                  </a:lnTo>
                  <a:lnTo>
                    <a:pt x="251999" y="503999"/>
                  </a:lnTo>
                  <a:lnTo>
                    <a:pt x="297296" y="499939"/>
                  </a:lnTo>
                  <a:lnTo>
                    <a:pt x="339930" y="488233"/>
                  </a:lnTo>
                  <a:lnTo>
                    <a:pt x="379188" y="469594"/>
                  </a:lnTo>
                  <a:lnTo>
                    <a:pt x="414359" y="444732"/>
                  </a:lnTo>
                  <a:lnTo>
                    <a:pt x="444732" y="414359"/>
                  </a:lnTo>
                  <a:lnTo>
                    <a:pt x="469594" y="379188"/>
                  </a:lnTo>
                  <a:lnTo>
                    <a:pt x="488233" y="339930"/>
                  </a:lnTo>
                  <a:lnTo>
                    <a:pt x="499939" y="297296"/>
                  </a:lnTo>
                  <a:lnTo>
                    <a:pt x="503999" y="251999"/>
                  </a:lnTo>
                  <a:lnTo>
                    <a:pt x="499939" y="206702"/>
                  </a:lnTo>
                  <a:lnTo>
                    <a:pt x="488233" y="164068"/>
                  </a:lnTo>
                  <a:lnTo>
                    <a:pt x="469594" y="124810"/>
                  </a:lnTo>
                  <a:lnTo>
                    <a:pt x="444732" y="89639"/>
                  </a:lnTo>
                  <a:lnTo>
                    <a:pt x="414359" y="59267"/>
                  </a:lnTo>
                  <a:lnTo>
                    <a:pt x="379188" y="34405"/>
                  </a:lnTo>
                  <a:lnTo>
                    <a:pt x="339930" y="15765"/>
                  </a:lnTo>
                  <a:lnTo>
                    <a:pt x="297296" y="4060"/>
                  </a:lnTo>
                  <a:lnTo>
                    <a:pt x="251999" y="0"/>
                  </a:lnTo>
                  <a:close/>
                </a:path>
              </a:pathLst>
            </a:custGeom>
            <a:solidFill>
              <a:srgbClr val="443DFF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528000" y="4932000"/>
              <a:ext cx="504190" cy="504190"/>
            </a:xfrm>
            <a:custGeom>
              <a:avLst/>
              <a:gdLst/>
              <a:ahLst/>
              <a:cxnLst/>
              <a:rect l="l" t="t" r="r" b="b"/>
              <a:pathLst>
                <a:path w="504189" h="504189">
                  <a:moveTo>
                    <a:pt x="503999" y="251999"/>
                  </a:moveTo>
                  <a:lnTo>
                    <a:pt x="499939" y="206702"/>
                  </a:lnTo>
                  <a:lnTo>
                    <a:pt x="488233" y="164068"/>
                  </a:lnTo>
                  <a:lnTo>
                    <a:pt x="469594" y="124810"/>
                  </a:lnTo>
                  <a:lnTo>
                    <a:pt x="444732" y="89639"/>
                  </a:lnTo>
                  <a:lnTo>
                    <a:pt x="414359" y="59267"/>
                  </a:lnTo>
                  <a:lnTo>
                    <a:pt x="379188" y="34405"/>
                  </a:lnTo>
                  <a:lnTo>
                    <a:pt x="339930" y="15765"/>
                  </a:lnTo>
                  <a:lnTo>
                    <a:pt x="297296" y="4060"/>
                  </a:lnTo>
                  <a:lnTo>
                    <a:pt x="251999" y="0"/>
                  </a:lnTo>
                  <a:lnTo>
                    <a:pt x="206702" y="4060"/>
                  </a:lnTo>
                  <a:lnTo>
                    <a:pt x="164068" y="15765"/>
                  </a:lnTo>
                  <a:lnTo>
                    <a:pt x="124810" y="34405"/>
                  </a:lnTo>
                  <a:lnTo>
                    <a:pt x="89639" y="59267"/>
                  </a:lnTo>
                  <a:lnTo>
                    <a:pt x="59267" y="89639"/>
                  </a:lnTo>
                  <a:lnTo>
                    <a:pt x="34405" y="124810"/>
                  </a:lnTo>
                  <a:lnTo>
                    <a:pt x="15765" y="164068"/>
                  </a:lnTo>
                  <a:lnTo>
                    <a:pt x="4060" y="206702"/>
                  </a:lnTo>
                  <a:lnTo>
                    <a:pt x="0" y="251999"/>
                  </a:lnTo>
                  <a:lnTo>
                    <a:pt x="4060" y="297296"/>
                  </a:lnTo>
                  <a:lnTo>
                    <a:pt x="15765" y="339930"/>
                  </a:lnTo>
                  <a:lnTo>
                    <a:pt x="34405" y="379188"/>
                  </a:lnTo>
                  <a:lnTo>
                    <a:pt x="59267" y="414359"/>
                  </a:lnTo>
                  <a:lnTo>
                    <a:pt x="89639" y="444732"/>
                  </a:lnTo>
                  <a:lnTo>
                    <a:pt x="124810" y="469594"/>
                  </a:lnTo>
                  <a:lnTo>
                    <a:pt x="164068" y="488233"/>
                  </a:lnTo>
                  <a:lnTo>
                    <a:pt x="206702" y="499939"/>
                  </a:lnTo>
                  <a:lnTo>
                    <a:pt x="251999" y="503999"/>
                  </a:lnTo>
                  <a:lnTo>
                    <a:pt x="297296" y="499939"/>
                  </a:lnTo>
                  <a:lnTo>
                    <a:pt x="339930" y="488233"/>
                  </a:lnTo>
                  <a:lnTo>
                    <a:pt x="379188" y="469594"/>
                  </a:lnTo>
                  <a:lnTo>
                    <a:pt x="414359" y="444732"/>
                  </a:lnTo>
                  <a:lnTo>
                    <a:pt x="444732" y="414359"/>
                  </a:lnTo>
                  <a:lnTo>
                    <a:pt x="469594" y="379188"/>
                  </a:lnTo>
                  <a:lnTo>
                    <a:pt x="488233" y="339930"/>
                  </a:lnTo>
                  <a:lnTo>
                    <a:pt x="499939" y="297296"/>
                  </a:lnTo>
                  <a:lnTo>
                    <a:pt x="503999" y="251999"/>
                  </a:lnTo>
                </a:path>
              </a:pathLst>
            </a:custGeom>
            <a:ln w="12700">
              <a:solidFill>
                <a:srgbClr val="443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7" name="object 117"/>
          <p:cNvSpPr txBox="1"/>
          <p:nvPr/>
        </p:nvSpPr>
        <p:spPr>
          <a:xfrm>
            <a:off x="3731993" y="5088749"/>
            <a:ext cx="965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18" name="object 118"/>
          <p:cNvGrpSpPr/>
          <p:nvPr/>
        </p:nvGrpSpPr>
        <p:grpSpPr>
          <a:xfrm>
            <a:off x="534920" y="4782920"/>
            <a:ext cx="2998470" cy="730250"/>
            <a:chOff x="534920" y="4782920"/>
            <a:chExt cx="2998470" cy="730250"/>
          </a:xfrm>
        </p:grpSpPr>
        <p:sp>
          <p:nvSpPr>
            <p:cNvPr id="119" name="object 119"/>
            <p:cNvSpPr/>
            <p:nvPr/>
          </p:nvSpPr>
          <p:spPr>
            <a:xfrm>
              <a:off x="540000" y="4788000"/>
              <a:ext cx="2988310" cy="720090"/>
            </a:xfrm>
            <a:custGeom>
              <a:avLst/>
              <a:gdLst/>
              <a:ahLst/>
              <a:cxnLst/>
              <a:rect l="l" t="t" r="r" b="b"/>
              <a:pathLst>
                <a:path w="2988310" h="720089">
                  <a:moveTo>
                    <a:pt x="2844000" y="0"/>
                  </a:moveTo>
                  <a:lnTo>
                    <a:pt x="143999" y="0"/>
                  </a:lnTo>
                  <a:lnTo>
                    <a:pt x="98456" y="7334"/>
                  </a:lnTo>
                  <a:lnTo>
                    <a:pt x="58923" y="27762"/>
                  </a:lnTo>
                  <a:lnTo>
                    <a:pt x="27762" y="58923"/>
                  </a:lnTo>
                  <a:lnTo>
                    <a:pt x="7334" y="98456"/>
                  </a:lnTo>
                  <a:lnTo>
                    <a:pt x="0" y="144000"/>
                  </a:lnTo>
                  <a:lnTo>
                    <a:pt x="0" y="575999"/>
                  </a:lnTo>
                  <a:lnTo>
                    <a:pt x="7334" y="621543"/>
                  </a:lnTo>
                  <a:lnTo>
                    <a:pt x="27762" y="661076"/>
                  </a:lnTo>
                  <a:lnTo>
                    <a:pt x="58923" y="692237"/>
                  </a:lnTo>
                  <a:lnTo>
                    <a:pt x="98456" y="712665"/>
                  </a:lnTo>
                  <a:lnTo>
                    <a:pt x="143999" y="719999"/>
                  </a:lnTo>
                  <a:lnTo>
                    <a:pt x="2844000" y="719999"/>
                  </a:lnTo>
                  <a:lnTo>
                    <a:pt x="2889543" y="712665"/>
                  </a:lnTo>
                  <a:lnTo>
                    <a:pt x="2929076" y="692237"/>
                  </a:lnTo>
                  <a:lnTo>
                    <a:pt x="2960238" y="661076"/>
                  </a:lnTo>
                  <a:lnTo>
                    <a:pt x="2980666" y="621543"/>
                  </a:lnTo>
                  <a:lnTo>
                    <a:pt x="2988000" y="575999"/>
                  </a:lnTo>
                  <a:lnTo>
                    <a:pt x="2988000" y="144000"/>
                  </a:lnTo>
                  <a:lnTo>
                    <a:pt x="2980666" y="98456"/>
                  </a:lnTo>
                  <a:lnTo>
                    <a:pt x="2960238" y="58923"/>
                  </a:lnTo>
                  <a:lnTo>
                    <a:pt x="2929076" y="27762"/>
                  </a:lnTo>
                  <a:lnTo>
                    <a:pt x="2889543" y="7334"/>
                  </a:lnTo>
                  <a:lnTo>
                    <a:pt x="2844000" y="0"/>
                  </a:lnTo>
                  <a:close/>
                </a:path>
              </a:pathLst>
            </a:custGeom>
            <a:solidFill>
              <a:srgbClr val="111121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540000" y="4788000"/>
              <a:ext cx="2988310" cy="720090"/>
            </a:xfrm>
            <a:custGeom>
              <a:avLst/>
              <a:gdLst/>
              <a:ahLst/>
              <a:cxnLst/>
              <a:rect l="l" t="t" r="r" b="b"/>
              <a:pathLst>
                <a:path w="2988310" h="720089">
                  <a:moveTo>
                    <a:pt x="143999" y="719999"/>
                  </a:moveTo>
                  <a:lnTo>
                    <a:pt x="2844000" y="719999"/>
                  </a:lnTo>
                  <a:lnTo>
                    <a:pt x="2889543" y="712665"/>
                  </a:lnTo>
                  <a:lnTo>
                    <a:pt x="2929076" y="692237"/>
                  </a:lnTo>
                  <a:lnTo>
                    <a:pt x="2960238" y="661076"/>
                  </a:lnTo>
                  <a:lnTo>
                    <a:pt x="2980666" y="621543"/>
                  </a:lnTo>
                  <a:lnTo>
                    <a:pt x="2988000" y="575999"/>
                  </a:lnTo>
                  <a:lnTo>
                    <a:pt x="2988000" y="144000"/>
                  </a:lnTo>
                  <a:lnTo>
                    <a:pt x="2980666" y="98456"/>
                  </a:lnTo>
                  <a:lnTo>
                    <a:pt x="2960238" y="58923"/>
                  </a:lnTo>
                  <a:lnTo>
                    <a:pt x="2929076" y="27762"/>
                  </a:lnTo>
                  <a:lnTo>
                    <a:pt x="2889543" y="7334"/>
                  </a:lnTo>
                  <a:lnTo>
                    <a:pt x="2844000" y="0"/>
                  </a:lnTo>
                  <a:lnTo>
                    <a:pt x="143999" y="0"/>
                  </a:lnTo>
                  <a:lnTo>
                    <a:pt x="98456" y="7334"/>
                  </a:lnTo>
                  <a:lnTo>
                    <a:pt x="58923" y="27762"/>
                  </a:lnTo>
                  <a:lnTo>
                    <a:pt x="27762" y="58923"/>
                  </a:lnTo>
                  <a:lnTo>
                    <a:pt x="7334" y="98456"/>
                  </a:lnTo>
                  <a:lnTo>
                    <a:pt x="0" y="144000"/>
                  </a:lnTo>
                  <a:lnTo>
                    <a:pt x="0" y="575999"/>
                  </a:lnTo>
                  <a:lnTo>
                    <a:pt x="7334" y="621543"/>
                  </a:lnTo>
                  <a:lnTo>
                    <a:pt x="27762" y="661076"/>
                  </a:lnTo>
                  <a:lnTo>
                    <a:pt x="58923" y="692237"/>
                  </a:lnTo>
                  <a:lnTo>
                    <a:pt x="98456" y="712665"/>
                  </a:lnTo>
                  <a:lnTo>
                    <a:pt x="143999" y="719999"/>
                  </a:lnTo>
                  <a:close/>
                </a:path>
              </a:pathLst>
            </a:custGeom>
            <a:ln w="10160">
              <a:solidFill>
                <a:srgbClr val="1E1E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1" name="object 121"/>
          <p:cNvSpPr txBox="1"/>
          <p:nvPr/>
        </p:nvSpPr>
        <p:spPr>
          <a:xfrm>
            <a:off x="671300" y="4883350"/>
            <a:ext cx="58928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10" dirty="0">
                <a:solidFill>
                  <a:srgbClr val="E8E8EF"/>
                </a:solidFill>
                <a:latin typeface="Arial"/>
                <a:cs typeface="Arial"/>
              </a:rPr>
              <a:t>Dashboard</a:t>
            </a:r>
            <a:endParaRPr sz="850">
              <a:latin typeface="Arial"/>
              <a:cs typeface="Arial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671300" y="5081081"/>
            <a:ext cx="2688590" cy="313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100"/>
              </a:spcBef>
            </a:pP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After</a:t>
            </a:r>
            <a:r>
              <a:rPr sz="700" spc="-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successful</a:t>
            </a:r>
            <a:r>
              <a:rPr sz="700" spc="-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login/register:</a:t>
            </a:r>
            <a:r>
              <a:rPr sz="700" spc="-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'You</a:t>
            </a:r>
            <a:r>
              <a:rPr sz="700" spc="-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are</a:t>
            </a:r>
            <a:r>
              <a:rPr sz="700" spc="-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logged</a:t>
            </a:r>
            <a:r>
              <a:rPr sz="700" spc="-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in</a:t>
            </a:r>
            <a:r>
              <a:rPr sz="700" spc="-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as</a:t>
            </a:r>
            <a:r>
              <a:rPr sz="700" spc="-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[Name]'</a:t>
            </a:r>
            <a:r>
              <a:rPr sz="700" spc="-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8C8CB2"/>
                </a:solidFill>
                <a:latin typeface="Arial MT"/>
                <a:cs typeface="Arial MT"/>
              </a:rPr>
              <a:t>screen</a:t>
            </a:r>
            <a:r>
              <a:rPr sz="700" spc="500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8C8CB2"/>
                </a:solidFill>
                <a:latin typeface="Arial MT"/>
                <a:cs typeface="Arial MT"/>
              </a:rPr>
              <a:t>appears.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23" name="object 123"/>
          <p:cNvGrpSpPr/>
          <p:nvPr/>
        </p:nvGrpSpPr>
        <p:grpSpPr>
          <a:xfrm>
            <a:off x="3521650" y="5825649"/>
            <a:ext cx="516890" cy="913130"/>
            <a:chOff x="3521650" y="5825649"/>
            <a:chExt cx="516890" cy="913130"/>
          </a:xfrm>
        </p:grpSpPr>
        <p:sp>
          <p:nvSpPr>
            <p:cNvPr id="124" name="object 124"/>
            <p:cNvSpPr/>
            <p:nvPr/>
          </p:nvSpPr>
          <p:spPr>
            <a:xfrm>
              <a:off x="3779999" y="6336000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5999"/>
                  </a:lnTo>
                </a:path>
              </a:pathLst>
            </a:custGeom>
            <a:ln w="12700">
              <a:solidFill>
                <a:srgbClr val="443D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3528000" y="5831999"/>
              <a:ext cx="504190" cy="504190"/>
            </a:xfrm>
            <a:custGeom>
              <a:avLst/>
              <a:gdLst/>
              <a:ahLst/>
              <a:cxnLst/>
              <a:rect l="l" t="t" r="r" b="b"/>
              <a:pathLst>
                <a:path w="504189" h="504189">
                  <a:moveTo>
                    <a:pt x="251999" y="0"/>
                  </a:moveTo>
                  <a:lnTo>
                    <a:pt x="206702" y="4060"/>
                  </a:lnTo>
                  <a:lnTo>
                    <a:pt x="164068" y="15765"/>
                  </a:lnTo>
                  <a:lnTo>
                    <a:pt x="124810" y="34405"/>
                  </a:lnTo>
                  <a:lnTo>
                    <a:pt x="89639" y="59267"/>
                  </a:lnTo>
                  <a:lnTo>
                    <a:pt x="59267" y="89639"/>
                  </a:lnTo>
                  <a:lnTo>
                    <a:pt x="34405" y="124811"/>
                  </a:lnTo>
                  <a:lnTo>
                    <a:pt x="15765" y="164069"/>
                  </a:lnTo>
                  <a:lnTo>
                    <a:pt x="4060" y="206703"/>
                  </a:lnTo>
                  <a:lnTo>
                    <a:pt x="0" y="252001"/>
                  </a:lnTo>
                  <a:lnTo>
                    <a:pt x="4060" y="297298"/>
                  </a:lnTo>
                  <a:lnTo>
                    <a:pt x="15765" y="339931"/>
                  </a:lnTo>
                  <a:lnTo>
                    <a:pt x="34405" y="379190"/>
                  </a:lnTo>
                  <a:lnTo>
                    <a:pt x="59267" y="414361"/>
                  </a:lnTo>
                  <a:lnTo>
                    <a:pt x="89639" y="444733"/>
                  </a:lnTo>
                  <a:lnTo>
                    <a:pt x="124810" y="469595"/>
                  </a:lnTo>
                  <a:lnTo>
                    <a:pt x="164068" y="488235"/>
                  </a:lnTo>
                  <a:lnTo>
                    <a:pt x="206702" y="499940"/>
                  </a:lnTo>
                  <a:lnTo>
                    <a:pt x="251999" y="504000"/>
                  </a:lnTo>
                  <a:lnTo>
                    <a:pt x="297296" y="499940"/>
                  </a:lnTo>
                  <a:lnTo>
                    <a:pt x="339930" y="488235"/>
                  </a:lnTo>
                  <a:lnTo>
                    <a:pt x="379188" y="469595"/>
                  </a:lnTo>
                  <a:lnTo>
                    <a:pt x="414359" y="444733"/>
                  </a:lnTo>
                  <a:lnTo>
                    <a:pt x="444732" y="414361"/>
                  </a:lnTo>
                  <a:lnTo>
                    <a:pt x="469594" y="379190"/>
                  </a:lnTo>
                  <a:lnTo>
                    <a:pt x="488233" y="339931"/>
                  </a:lnTo>
                  <a:lnTo>
                    <a:pt x="499939" y="297298"/>
                  </a:lnTo>
                  <a:lnTo>
                    <a:pt x="503999" y="252001"/>
                  </a:lnTo>
                  <a:lnTo>
                    <a:pt x="499939" y="206703"/>
                  </a:lnTo>
                  <a:lnTo>
                    <a:pt x="488233" y="164069"/>
                  </a:lnTo>
                  <a:lnTo>
                    <a:pt x="469594" y="124811"/>
                  </a:lnTo>
                  <a:lnTo>
                    <a:pt x="444732" y="89639"/>
                  </a:lnTo>
                  <a:lnTo>
                    <a:pt x="414359" y="59267"/>
                  </a:lnTo>
                  <a:lnTo>
                    <a:pt x="379188" y="34405"/>
                  </a:lnTo>
                  <a:lnTo>
                    <a:pt x="339930" y="15765"/>
                  </a:lnTo>
                  <a:lnTo>
                    <a:pt x="297296" y="4060"/>
                  </a:lnTo>
                  <a:lnTo>
                    <a:pt x="251999" y="0"/>
                  </a:lnTo>
                  <a:close/>
                </a:path>
              </a:pathLst>
            </a:custGeom>
            <a:solidFill>
              <a:srgbClr val="443DFF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3528000" y="5831999"/>
              <a:ext cx="504190" cy="504190"/>
            </a:xfrm>
            <a:custGeom>
              <a:avLst/>
              <a:gdLst/>
              <a:ahLst/>
              <a:cxnLst/>
              <a:rect l="l" t="t" r="r" b="b"/>
              <a:pathLst>
                <a:path w="504189" h="504189">
                  <a:moveTo>
                    <a:pt x="503999" y="252001"/>
                  </a:moveTo>
                  <a:lnTo>
                    <a:pt x="499939" y="206703"/>
                  </a:lnTo>
                  <a:lnTo>
                    <a:pt x="488233" y="164069"/>
                  </a:lnTo>
                  <a:lnTo>
                    <a:pt x="469594" y="124811"/>
                  </a:lnTo>
                  <a:lnTo>
                    <a:pt x="444732" y="89639"/>
                  </a:lnTo>
                  <a:lnTo>
                    <a:pt x="414359" y="59267"/>
                  </a:lnTo>
                  <a:lnTo>
                    <a:pt x="379188" y="34405"/>
                  </a:lnTo>
                  <a:lnTo>
                    <a:pt x="339930" y="15765"/>
                  </a:lnTo>
                  <a:lnTo>
                    <a:pt x="297296" y="4060"/>
                  </a:lnTo>
                  <a:lnTo>
                    <a:pt x="251999" y="0"/>
                  </a:lnTo>
                  <a:lnTo>
                    <a:pt x="206702" y="4060"/>
                  </a:lnTo>
                  <a:lnTo>
                    <a:pt x="164068" y="15765"/>
                  </a:lnTo>
                  <a:lnTo>
                    <a:pt x="124810" y="34405"/>
                  </a:lnTo>
                  <a:lnTo>
                    <a:pt x="89639" y="59267"/>
                  </a:lnTo>
                  <a:lnTo>
                    <a:pt x="59267" y="89639"/>
                  </a:lnTo>
                  <a:lnTo>
                    <a:pt x="34405" y="124811"/>
                  </a:lnTo>
                  <a:lnTo>
                    <a:pt x="15765" y="164069"/>
                  </a:lnTo>
                  <a:lnTo>
                    <a:pt x="4060" y="206703"/>
                  </a:lnTo>
                  <a:lnTo>
                    <a:pt x="0" y="252001"/>
                  </a:lnTo>
                  <a:lnTo>
                    <a:pt x="4060" y="297298"/>
                  </a:lnTo>
                  <a:lnTo>
                    <a:pt x="15765" y="339931"/>
                  </a:lnTo>
                  <a:lnTo>
                    <a:pt x="34405" y="379190"/>
                  </a:lnTo>
                  <a:lnTo>
                    <a:pt x="59267" y="414361"/>
                  </a:lnTo>
                  <a:lnTo>
                    <a:pt x="89639" y="444733"/>
                  </a:lnTo>
                  <a:lnTo>
                    <a:pt x="124810" y="469595"/>
                  </a:lnTo>
                  <a:lnTo>
                    <a:pt x="164068" y="488235"/>
                  </a:lnTo>
                  <a:lnTo>
                    <a:pt x="206702" y="499940"/>
                  </a:lnTo>
                  <a:lnTo>
                    <a:pt x="251999" y="504000"/>
                  </a:lnTo>
                  <a:lnTo>
                    <a:pt x="297296" y="499940"/>
                  </a:lnTo>
                  <a:lnTo>
                    <a:pt x="339930" y="488235"/>
                  </a:lnTo>
                  <a:lnTo>
                    <a:pt x="379188" y="469595"/>
                  </a:lnTo>
                  <a:lnTo>
                    <a:pt x="414359" y="444733"/>
                  </a:lnTo>
                  <a:lnTo>
                    <a:pt x="444732" y="414361"/>
                  </a:lnTo>
                  <a:lnTo>
                    <a:pt x="469594" y="379190"/>
                  </a:lnTo>
                  <a:lnTo>
                    <a:pt x="488233" y="339931"/>
                  </a:lnTo>
                  <a:lnTo>
                    <a:pt x="499939" y="297298"/>
                  </a:lnTo>
                  <a:lnTo>
                    <a:pt x="503999" y="252001"/>
                  </a:lnTo>
                </a:path>
              </a:pathLst>
            </a:custGeom>
            <a:ln w="12700">
              <a:solidFill>
                <a:srgbClr val="443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7" name="object 127"/>
          <p:cNvSpPr txBox="1"/>
          <p:nvPr/>
        </p:nvSpPr>
        <p:spPr>
          <a:xfrm>
            <a:off x="3731993" y="5988750"/>
            <a:ext cx="965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28" name="object 128"/>
          <p:cNvGrpSpPr/>
          <p:nvPr/>
        </p:nvGrpSpPr>
        <p:grpSpPr>
          <a:xfrm>
            <a:off x="4314920" y="5682920"/>
            <a:ext cx="2998470" cy="730250"/>
            <a:chOff x="4314920" y="5682920"/>
            <a:chExt cx="2998470" cy="730250"/>
          </a:xfrm>
        </p:grpSpPr>
        <p:sp>
          <p:nvSpPr>
            <p:cNvPr id="129" name="object 129"/>
            <p:cNvSpPr/>
            <p:nvPr/>
          </p:nvSpPr>
          <p:spPr>
            <a:xfrm>
              <a:off x="4320000" y="5688000"/>
              <a:ext cx="2988310" cy="720090"/>
            </a:xfrm>
            <a:custGeom>
              <a:avLst/>
              <a:gdLst/>
              <a:ahLst/>
              <a:cxnLst/>
              <a:rect l="l" t="t" r="r" b="b"/>
              <a:pathLst>
                <a:path w="2988309" h="720089">
                  <a:moveTo>
                    <a:pt x="2843999" y="0"/>
                  </a:moveTo>
                  <a:lnTo>
                    <a:pt x="144000" y="0"/>
                  </a:lnTo>
                  <a:lnTo>
                    <a:pt x="98456" y="7334"/>
                  </a:lnTo>
                  <a:lnTo>
                    <a:pt x="58923" y="27762"/>
                  </a:lnTo>
                  <a:lnTo>
                    <a:pt x="27762" y="58923"/>
                  </a:lnTo>
                  <a:lnTo>
                    <a:pt x="7334" y="98455"/>
                  </a:lnTo>
                  <a:lnTo>
                    <a:pt x="0" y="143998"/>
                  </a:lnTo>
                  <a:lnTo>
                    <a:pt x="0" y="575999"/>
                  </a:lnTo>
                  <a:lnTo>
                    <a:pt x="7334" y="621543"/>
                  </a:lnTo>
                  <a:lnTo>
                    <a:pt x="27762" y="661076"/>
                  </a:lnTo>
                  <a:lnTo>
                    <a:pt x="58923" y="692237"/>
                  </a:lnTo>
                  <a:lnTo>
                    <a:pt x="98456" y="712665"/>
                  </a:lnTo>
                  <a:lnTo>
                    <a:pt x="144000" y="719999"/>
                  </a:lnTo>
                  <a:lnTo>
                    <a:pt x="2843999" y="719999"/>
                  </a:lnTo>
                  <a:lnTo>
                    <a:pt x="2889543" y="712665"/>
                  </a:lnTo>
                  <a:lnTo>
                    <a:pt x="2929076" y="692237"/>
                  </a:lnTo>
                  <a:lnTo>
                    <a:pt x="2960237" y="661076"/>
                  </a:lnTo>
                  <a:lnTo>
                    <a:pt x="2980666" y="621543"/>
                  </a:lnTo>
                  <a:lnTo>
                    <a:pt x="2988000" y="575999"/>
                  </a:lnTo>
                  <a:lnTo>
                    <a:pt x="2988000" y="143998"/>
                  </a:lnTo>
                  <a:lnTo>
                    <a:pt x="2980666" y="98455"/>
                  </a:lnTo>
                  <a:lnTo>
                    <a:pt x="2960237" y="58923"/>
                  </a:lnTo>
                  <a:lnTo>
                    <a:pt x="2929076" y="27762"/>
                  </a:lnTo>
                  <a:lnTo>
                    <a:pt x="2889543" y="7334"/>
                  </a:lnTo>
                  <a:lnTo>
                    <a:pt x="2843999" y="0"/>
                  </a:lnTo>
                  <a:close/>
                </a:path>
              </a:pathLst>
            </a:custGeom>
            <a:solidFill>
              <a:srgbClr val="111121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4320000" y="5688000"/>
              <a:ext cx="2988310" cy="720090"/>
            </a:xfrm>
            <a:custGeom>
              <a:avLst/>
              <a:gdLst/>
              <a:ahLst/>
              <a:cxnLst/>
              <a:rect l="l" t="t" r="r" b="b"/>
              <a:pathLst>
                <a:path w="2988309" h="720089">
                  <a:moveTo>
                    <a:pt x="144000" y="719999"/>
                  </a:moveTo>
                  <a:lnTo>
                    <a:pt x="2843999" y="719999"/>
                  </a:lnTo>
                  <a:lnTo>
                    <a:pt x="2889543" y="712665"/>
                  </a:lnTo>
                  <a:lnTo>
                    <a:pt x="2929076" y="692237"/>
                  </a:lnTo>
                  <a:lnTo>
                    <a:pt x="2960237" y="661076"/>
                  </a:lnTo>
                  <a:lnTo>
                    <a:pt x="2980666" y="621543"/>
                  </a:lnTo>
                  <a:lnTo>
                    <a:pt x="2988000" y="575999"/>
                  </a:lnTo>
                  <a:lnTo>
                    <a:pt x="2988000" y="143998"/>
                  </a:lnTo>
                  <a:lnTo>
                    <a:pt x="2980666" y="98455"/>
                  </a:lnTo>
                  <a:lnTo>
                    <a:pt x="2960237" y="58923"/>
                  </a:lnTo>
                  <a:lnTo>
                    <a:pt x="2929076" y="27762"/>
                  </a:lnTo>
                  <a:lnTo>
                    <a:pt x="2889543" y="7334"/>
                  </a:lnTo>
                  <a:lnTo>
                    <a:pt x="2843999" y="0"/>
                  </a:lnTo>
                  <a:lnTo>
                    <a:pt x="144000" y="0"/>
                  </a:lnTo>
                  <a:lnTo>
                    <a:pt x="98456" y="7334"/>
                  </a:lnTo>
                  <a:lnTo>
                    <a:pt x="58923" y="27762"/>
                  </a:lnTo>
                  <a:lnTo>
                    <a:pt x="27762" y="58923"/>
                  </a:lnTo>
                  <a:lnTo>
                    <a:pt x="7334" y="98455"/>
                  </a:lnTo>
                  <a:lnTo>
                    <a:pt x="0" y="143998"/>
                  </a:lnTo>
                  <a:lnTo>
                    <a:pt x="0" y="575999"/>
                  </a:lnTo>
                  <a:lnTo>
                    <a:pt x="7334" y="621543"/>
                  </a:lnTo>
                  <a:lnTo>
                    <a:pt x="27762" y="661076"/>
                  </a:lnTo>
                  <a:lnTo>
                    <a:pt x="58923" y="692237"/>
                  </a:lnTo>
                  <a:lnTo>
                    <a:pt x="98456" y="712665"/>
                  </a:lnTo>
                  <a:lnTo>
                    <a:pt x="144000" y="719999"/>
                  </a:lnTo>
                  <a:close/>
                </a:path>
              </a:pathLst>
            </a:custGeom>
            <a:ln w="10160">
              <a:solidFill>
                <a:srgbClr val="1E1E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1" name="object 131"/>
          <p:cNvSpPr txBox="1"/>
          <p:nvPr/>
        </p:nvSpPr>
        <p:spPr>
          <a:xfrm>
            <a:off x="4451300" y="5783349"/>
            <a:ext cx="2663190" cy="511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E8E8EF"/>
                </a:solidFill>
                <a:latin typeface="Arial"/>
                <a:cs typeface="Arial"/>
              </a:rPr>
              <a:t>Project</a:t>
            </a:r>
            <a:r>
              <a:rPr sz="850" b="1" spc="-30" dirty="0">
                <a:solidFill>
                  <a:srgbClr val="E8E8EF"/>
                </a:solidFill>
                <a:latin typeface="Arial"/>
                <a:cs typeface="Arial"/>
              </a:rPr>
              <a:t> </a:t>
            </a:r>
            <a:r>
              <a:rPr sz="850" b="1" spc="-20" dirty="0">
                <a:solidFill>
                  <a:srgbClr val="E8E8EF"/>
                </a:solidFill>
                <a:latin typeface="Arial"/>
                <a:cs typeface="Arial"/>
              </a:rPr>
              <a:t>Page</a:t>
            </a:r>
            <a:endParaRPr sz="850">
              <a:latin typeface="Arial"/>
              <a:cs typeface="Arial"/>
            </a:endParaRPr>
          </a:p>
          <a:p>
            <a:pPr marL="12700" marR="5080">
              <a:lnSpc>
                <a:spcPct val="135000"/>
              </a:lnSpc>
              <a:spcBef>
                <a:spcPts val="535"/>
              </a:spcBef>
            </a:pP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User clicks Continue </a:t>
            </a:r>
            <a:r>
              <a:rPr sz="700" dirty="0">
                <a:solidFill>
                  <a:srgbClr val="8C8CB2"/>
                </a:solidFill>
                <a:latin typeface="Symbol"/>
                <a:cs typeface="Symbol"/>
              </a:rPr>
              <a:t></a:t>
            </a:r>
            <a:r>
              <a:rPr sz="700" spc="15" dirty="0">
                <a:solidFill>
                  <a:srgbClr val="8C8CB2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lands on blank project workspace ready </a:t>
            </a:r>
            <a:r>
              <a:rPr sz="700" spc="-25" dirty="0">
                <a:solidFill>
                  <a:srgbClr val="8C8CB2"/>
                </a:solidFill>
                <a:latin typeface="Arial MT"/>
                <a:cs typeface="Arial MT"/>
              </a:rPr>
              <a:t>for</a:t>
            </a:r>
            <a:r>
              <a:rPr sz="700" spc="500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8C8CB2"/>
                </a:solidFill>
                <a:latin typeface="Arial MT"/>
                <a:cs typeface="Arial MT"/>
              </a:rPr>
              <a:t>content.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3521650" y="6725650"/>
            <a:ext cx="516890" cy="516890"/>
            <a:chOff x="3521650" y="6725650"/>
            <a:chExt cx="516890" cy="516890"/>
          </a:xfrm>
        </p:grpSpPr>
        <p:sp>
          <p:nvSpPr>
            <p:cNvPr id="133" name="object 133"/>
            <p:cNvSpPr/>
            <p:nvPr/>
          </p:nvSpPr>
          <p:spPr>
            <a:xfrm>
              <a:off x="3528000" y="6732000"/>
              <a:ext cx="504190" cy="504190"/>
            </a:xfrm>
            <a:custGeom>
              <a:avLst/>
              <a:gdLst/>
              <a:ahLst/>
              <a:cxnLst/>
              <a:rect l="l" t="t" r="r" b="b"/>
              <a:pathLst>
                <a:path w="504189" h="504190">
                  <a:moveTo>
                    <a:pt x="251999" y="0"/>
                  </a:moveTo>
                  <a:lnTo>
                    <a:pt x="206702" y="4060"/>
                  </a:lnTo>
                  <a:lnTo>
                    <a:pt x="164068" y="15765"/>
                  </a:lnTo>
                  <a:lnTo>
                    <a:pt x="124810" y="34405"/>
                  </a:lnTo>
                  <a:lnTo>
                    <a:pt x="89639" y="59267"/>
                  </a:lnTo>
                  <a:lnTo>
                    <a:pt x="59267" y="89639"/>
                  </a:lnTo>
                  <a:lnTo>
                    <a:pt x="34405" y="124810"/>
                  </a:lnTo>
                  <a:lnTo>
                    <a:pt x="15765" y="164068"/>
                  </a:lnTo>
                  <a:lnTo>
                    <a:pt x="4060" y="206702"/>
                  </a:lnTo>
                  <a:lnTo>
                    <a:pt x="0" y="251999"/>
                  </a:lnTo>
                  <a:lnTo>
                    <a:pt x="4060" y="297296"/>
                  </a:lnTo>
                  <a:lnTo>
                    <a:pt x="15765" y="339930"/>
                  </a:lnTo>
                  <a:lnTo>
                    <a:pt x="34405" y="379188"/>
                  </a:lnTo>
                  <a:lnTo>
                    <a:pt x="59267" y="414359"/>
                  </a:lnTo>
                  <a:lnTo>
                    <a:pt x="89639" y="444732"/>
                  </a:lnTo>
                  <a:lnTo>
                    <a:pt x="124810" y="469594"/>
                  </a:lnTo>
                  <a:lnTo>
                    <a:pt x="164068" y="488233"/>
                  </a:lnTo>
                  <a:lnTo>
                    <a:pt x="206702" y="499939"/>
                  </a:lnTo>
                  <a:lnTo>
                    <a:pt x="251999" y="503999"/>
                  </a:lnTo>
                  <a:lnTo>
                    <a:pt x="297296" y="499939"/>
                  </a:lnTo>
                  <a:lnTo>
                    <a:pt x="339930" y="488233"/>
                  </a:lnTo>
                  <a:lnTo>
                    <a:pt x="379188" y="469594"/>
                  </a:lnTo>
                  <a:lnTo>
                    <a:pt x="414359" y="444732"/>
                  </a:lnTo>
                  <a:lnTo>
                    <a:pt x="444732" y="414359"/>
                  </a:lnTo>
                  <a:lnTo>
                    <a:pt x="469594" y="379188"/>
                  </a:lnTo>
                  <a:lnTo>
                    <a:pt x="488233" y="339930"/>
                  </a:lnTo>
                  <a:lnTo>
                    <a:pt x="499939" y="297296"/>
                  </a:lnTo>
                  <a:lnTo>
                    <a:pt x="503999" y="251999"/>
                  </a:lnTo>
                  <a:lnTo>
                    <a:pt x="499939" y="206702"/>
                  </a:lnTo>
                  <a:lnTo>
                    <a:pt x="488233" y="164068"/>
                  </a:lnTo>
                  <a:lnTo>
                    <a:pt x="469594" y="124810"/>
                  </a:lnTo>
                  <a:lnTo>
                    <a:pt x="444732" y="89639"/>
                  </a:lnTo>
                  <a:lnTo>
                    <a:pt x="414359" y="59267"/>
                  </a:lnTo>
                  <a:lnTo>
                    <a:pt x="379188" y="34405"/>
                  </a:lnTo>
                  <a:lnTo>
                    <a:pt x="339930" y="15765"/>
                  </a:lnTo>
                  <a:lnTo>
                    <a:pt x="297296" y="4060"/>
                  </a:lnTo>
                  <a:lnTo>
                    <a:pt x="251999" y="0"/>
                  </a:lnTo>
                  <a:close/>
                </a:path>
              </a:pathLst>
            </a:custGeom>
            <a:solidFill>
              <a:srgbClr val="443DFF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3528000" y="6732000"/>
              <a:ext cx="504190" cy="504190"/>
            </a:xfrm>
            <a:custGeom>
              <a:avLst/>
              <a:gdLst/>
              <a:ahLst/>
              <a:cxnLst/>
              <a:rect l="l" t="t" r="r" b="b"/>
              <a:pathLst>
                <a:path w="504189" h="504190">
                  <a:moveTo>
                    <a:pt x="503999" y="251999"/>
                  </a:moveTo>
                  <a:lnTo>
                    <a:pt x="499939" y="206702"/>
                  </a:lnTo>
                  <a:lnTo>
                    <a:pt x="488233" y="164068"/>
                  </a:lnTo>
                  <a:lnTo>
                    <a:pt x="469594" y="124810"/>
                  </a:lnTo>
                  <a:lnTo>
                    <a:pt x="444732" y="89639"/>
                  </a:lnTo>
                  <a:lnTo>
                    <a:pt x="414359" y="59267"/>
                  </a:lnTo>
                  <a:lnTo>
                    <a:pt x="379188" y="34405"/>
                  </a:lnTo>
                  <a:lnTo>
                    <a:pt x="339930" y="15765"/>
                  </a:lnTo>
                  <a:lnTo>
                    <a:pt x="297296" y="4060"/>
                  </a:lnTo>
                  <a:lnTo>
                    <a:pt x="251999" y="0"/>
                  </a:lnTo>
                  <a:lnTo>
                    <a:pt x="206702" y="4060"/>
                  </a:lnTo>
                  <a:lnTo>
                    <a:pt x="164068" y="15765"/>
                  </a:lnTo>
                  <a:lnTo>
                    <a:pt x="124810" y="34405"/>
                  </a:lnTo>
                  <a:lnTo>
                    <a:pt x="89639" y="59267"/>
                  </a:lnTo>
                  <a:lnTo>
                    <a:pt x="59267" y="89639"/>
                  </a:lnTo>
                  <a:lnTo>
                    <a:pt x="34405" y="124810"/>
                  </a:lnTo>
                  <a:lnTo>
                    <a:pt x="15765" y="164068"/>
                  </a:lnTo>
                  <a:lnTo>
                    <a:pt x="4060" y="206702"/>
                  </a:lnTo>
                  <a:lnTo>
                    <a:pt x="0" y="251999"/>
                  </a:lnTo>
                  <a:lnTo>
                    <a:pt x="4060" y="297296"/>
                  </a:lnTo>
                  <a:lnTo>
                    <a:pt x="15765" y="339930"/>
                  </a:lnTo>
                  <a:lnTo>
                    <a:pt x="34405" y="379188"/>
                  </a:lnTo>
                  <a:lnTo>
                    <a:pt x="59267" y="414359"/>
                  </a:lnTo>
                  <a:lnTo>
                    <a:pt x="89639" y="444732"/>
                  </a:lnTo>
                  <a:lnTo>
                    <a:pt x="124810" y="469594"/>
                  </a:lnTo>
                  <a:lnTo>
                    <a:pt x="164068" y="488233"/>
                  </a:lnTo>
                  <a:lnTo>
                    <a:pt x="206702" y="499939"/>
                  </a:lnTo>
                  <a:lnTo>
                    <a:pt x="251999" y="503999"/>
                  </a:lnTo>
                  <a:lnTo>
                    <a:pt x="297296" y="499939"/>
                  </a:lnTo>
                  <a:lnTo>
                    <a:pt x="339930" y="488233"/>
                  </a:lnTo>
                  <a:lnTo>
                    <a:pt x="379188" y="469594"/>
                  </a:lnTo>
                  <a:lnTo>
                    <a:pt x="414359" y="444732"/>
                  </a:lnTo>
                  <a:lnTo>
                    <a:pt x="444732" y="414359"/>
                  </a:lnTo>
                  <a:lnTo>
                    <a:pt x="469594" y="379188"/>
                  </a:lnTo>
                  <a:lnTo>
                    <a:pt x="488233" y="339930"/>
                  </a:lnTo>
                  <a:lnTo>
                    <a:pt x="499939" y="297296"/>
                  </a:lnTo>
                  <a:lnTo>
                    <a:pt x="503999" y="251999"/>
                  </a:lnTo>
                </a:path>
              </a:pathLst>
            </a:custGeom>
            <a:ln w="12700">
              <a:solidFill>
                <a:srgbClr val="443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3731993" y="6888750"/>
            <a:ext cx="965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36" name="object 136"/>
          <p:cNvGrpSpPr/>
          <p:nvPr/>
        </p:nvGrpSpPr>
        <p:grpSpPr>
          <a:xfrm>
            <a:off x="534920" y="6582919"/>
            <a:ext cx="2998470" cy="730250"/>
            <a:chOff x="534920" y="6582919"/>
            <a:chExt cx="2998470" cy="730250"/>
          </a:xfrm>
        </p:grpSpPr>
        <p:sp>
          <p:nvSpPr>
            <p:cNvPr id="137" name="object 137"/>
            <p:cNvSpPr/>
            <p:nvPr/>
          </p:nvSpPr>
          <p:spPr>
            <a:xfrm>
              <a:off x="540000" y="6587999"/>
              <a:ext cx="2988310" cy="720090"/>
            </a:xfrm>
            <a:custGeom>
              <a:avLst/>
              <a:gdLst/>
              <a:ahLst/>
              <a:cxnLst/>
              <a:rect l="l" t="t" r="r" b="b"/>
              <a:pathLst>
                <a:path w="2988310" h="720090">
                  <a:moveTo>
                    <a:pt x="2844000" y="0"/>
                  </a:moveTo>
                  <a:lnTo>
                    <a:pt x="143999" y="0"/>
                  </a:lnTo>
                  <a:lnTo>
                    <a:pt x="98456" y="7334"/>
                  </a:lnTo>
                  <a:lnTo>
                    <a:pt x="58923" y="27762"/>
                  </a:lnTo>
                  <a:lnTo>
                    <a:pt x="27762" y="58923"/>
                  </a:lnTo>
                  <a:lnTo>
                    <a:pt x="7334" y="98456"/>
                  </a:lnTo>
                  <a:lnTo>
                    <a:pt x="0" y="144000"/>
                  </a:lnTo>
                  <a:lnTo>
                    <a:pt x="0" y="575999"/>
                  </a:lnTo>
                  <a:lnTo>
                    <a:pt x="7334" y="621543"/>
                  </a:lnTo>
                  <a:lnTo>
                    <a:pt x="27762" y="661076"/>
                  </a:lnTo>
                  <a:lnTo>
                    <a:pt x="58923" y="692237"/>
                  </a:lnTo>
                  <a:lnTo>
                    <a:pt x="98456" y="712665"/>
                  </a:lnTo>
                  <a:lnTo>
                    <a:pt x="143999" y="719999"/>
                  </a:lnTo>
                  <a:lnTo>
                    <a:pt x="2844000" y="719999"/>
                  </a:lnTo>
                  <a:lnTo>
                    <a:pt x="2889543" y="712665"/>
                  </a:lnTo>
                  <a:lnTo>
                    <a:pt x="2929076" y="692237"/>
                  </a:lnTo>
                  <a:lnTo>
                    <a:pt x="2960238" y="661076"/>
                  </a:lnTo>
                  <a:lnTo>
                    <a:pt x="2980666" y="621543"/>
                  </a:lnTo>
                  <a:lnTo>
                    <a:pt x="2988000" y="575999"/>
                  </a:lnTo>
                  <a:lnTo>
                    <a:pt x="2988000" y="144000"/>
                  </a:lnTo>
                  <a:lnTo>
                    <a:pt x="2980666" y="98456"/>
                  </a:lnTo>
                  <a:lnTo>
                    <a:pt x="2960238" y="58923"/>
                  </a:lnTo>
                  <a:lnTo>
                    <a:pt x="2929076" y="27762"/>
                  </a:lnTo>
                  <a:lnTo>
                    <a:pt x="2889543" y="7334"/>
                  </a:lnTo>
                  <a:lnTo>
                    <a:pt x="2844000" y="0"/>
                  </a:lnTo>
                  <a:close/>
                </a:path>
              </a:pathLst>
            </a:custGeom>
            <a:solidFill>
              <a:srgbClr val="111121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540000" y="6587999"/>
              <a:ext cx="2988310" cy="720090"/>
            </a:xfrm>
            <a:custGeom>
              <a:avLst/>
              <a:gdLst/>
              <a:ahLst/>
              <a:cxnLst/>
              <a:rect l="l" t="t" r="r" b="b"/>
              <a:pathLst>
                <a:path w="2988310" h="720090">
                  <a:moveTo>
                    <a:pt x="143999" y="719999"/>
                  </a:moveTo>
                  <a:lnTo>
                    <a:pt x="2844000" y="719999"/>
                  </a:lnTo>
                  <a:lnTo>
                    <a:pt x="2889543" y="712665"/>
                  </a:lnTo>
                  <a:lnTo>
                    <a:pt x="2929076" y="692237"/>
                  </a:lnTo>
                  <a:lnTo>
                    <a:pt x="2960238" y="661076"/>
                  </a:lnTo>
                  <a:lnTo>
                    <a:pt x="2980666" y="621543"/>
                  </a:lnTo>
                  <a:lnTo>
                    <a:pt x="2988000" y="575999"/>
                  </a:lnTo>
                  <a:lnTo>
                    <a:pt x="2988000" y="144000"/>
                  </a:lnTo>
                  <a:lnTo>
                    <a:pt x="2980666" y="98456"/>
                  </a:lnTo>
                  <a:lnTo>
                    <a:pt x="2960238" y="58923"/>
                  </a:lnTo>
                  <a:lnTo>
                    <a:pt x="2929076" y="27762"/>
                  </a:lnTo>
                  <a:lnTo>
                    <a:pt x="2889543" y="7334"/>
                  </a:lnTo>
                  <a:lnTo>
                    <a:pt x="2844000" y="0"/>
                  </a:lnTo>
                  <a:lnTo>
                    <a:pt x="143999" y="0"/>
                  </a:lnTo>
                  <a:lnTo>
                    <a:pt x="98456" y="7334"/>
                  </a:lnTo>
                  <a:lnTo>
                    <a:pt x="58923" y="27762"/>
                  </a:lnTo>
                  <a:lnTo>
                    <a:pt x="27762" y="58923"/>
                  </a:lnTo>
                  <a:lnTo>
                    <a:pt x="7334" y="98456"/>
                  </a:lnTo>
                  <a:lnTo>
                    <a:pt x="0" y="144000"/>
                  </a:lnTo>
                  <a:lnTo>
                    <a:pt x="0" y="575999"/>
                  </a:lnTo>
                  <a:lnTo>
                    <a:pt x="7334" y="621543"/>
                  </a:lnTo>
                  <a:lnTo>
                    <a:pt x="27762" y="661076"/>
                  </a:lnTo>
                  <a:lnTo>
                    <a:pt x="58923" y="692237"/>
                  </a:lnTo>
                  <a:lnTo>
                    <a:pt x="98456" y="712665"/>
                  </a:lnTo>
                  <a:lnTo>
                    <a:pt x="143999" y="719999"/>
                  </a:lnTo>
                  <a:close/>
                </a:path>
              </a:pathLst>
            </a:custGeom>
            <a:ln w="10160">
              <a:solidFill>
                <a:srgbClr val="1E1E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9" name="object 139"/>
          <p:cNvSpPr txBox="1"/>
          <p:nvPr/>
        </p:nvSpPr>
        <p:spPr>
          <a:xfrm>
            <a:off x="671300" y="6683350"/>
            <a:ext cx="3911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10" dirty="0">
                <a:solidFill>
                  <a:srgbClr val="E8E8EF"/>
                </a:solidFill>
                <a:latin typeface="Arial"/>
                <a:cs typeface="Arial"/>
              </a:rPr>
              <a:t>Logout</a:t>
            </a:r>
            <a:endParaRPr sz="850">
              <a:latin typeface="Arial"/>
              <a:cs typeface="Arial"/>
            </a:endParaRPr>
          </a:p>
        </p:txBody>
      </p:sp>
      <p:sp>
        <p:nvSpPr>
          <p:cNvPr id="141" name="object 1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Login</a:t>
            </a:r>
            <a:r>
              <a:rPr spc="-5" dirty="0"/>
              <a:t> </a:t>
            </a:r>
            <a:r>
              <a:rPr dirty="0"/>
              <a:t>&amp;</a:t>
            </a:r>
            <a:r>
              <a:rPr spc="-5" dirty="0"/>
              <a:t> </a:t>
            </a:r>
            <a:r>
              <a:rPr dirty="0"/>
              <a:t>Registration</a:t>
            </a:r>
            <a:r>
              <a:rPr spc="-5" dirty="0"/>
              <a:t> </a:t>
            </a:r>
            <a:r>
              <a:rPr dirty="0"/>
              <a:t>System</a:t>
            </a:r>
            <a:r>
              <a:rPr spc="190" dirty="0"/>
              <a:t> </a:t>
            </a:r>
            <a:r>
              <a:rPr dirty="0"/>
              <a:t>//</a:t>
            </a:r>
            <a:r>
              <a:rPr spc="190" dirty="0"/>
              <a:t> </a:t>
            </a:r>
            <a:r>
              <a:rPr dirty="0"/>
              <a:t>Page</a:t>
            </a:r>
            <a:r>
              <a:rPr spc="-5" dirty="0"/>
              <a:t> </a:t>
            </a: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140" name="object 140"/>
          <p:cNvSpPr txBox="1"/>
          <p:nvPr/>
        </p:nvSpPr>
        <p:spPr>
          <a:xfrm>
            <a:off x="671300" y="6881079"/>
            <a:ext cx="2592705" cy="313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100"/>
              </a:spcBef>
            </a:pP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User</a:t>
            </a:r>
            <a:r>
              <a:rPr sz="700" spc="-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clicks Logout </a:t>
            </a:r>
            <a:r>
              <a:rPr sz="700" dirty="0">
                <a:solidFill>
                  <a:srgbClr val="8C8CB2"/>
                </a:solidFill>
                <a:latin typeface="Symbol"/>
                <a:cs typeface="Symbol"/>
              </a:rPr>
              <a:t></a:t>
            </a:r>
            <a:r>
              <a:rPr sz="700" spc="15" dirty="0">
                <a:solidFill>
                  <a:srgbClr val="8C8CB2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session cleared </a:t>
            </a:r>
            <a:r>
              <a:rPr sz="700" dirty="0">
                <a:solidFill>
                  <a:srgbClr val="8C8CB2"/>
                </a:solidFill>
                <a:latin typeface="Symbol"/>
                <a:cs typeface="Symbol"/>
              </a:rPr>
              <a:t></a:t>
            </a:r>
            <a:r>
              <a:rPr sz="700" spc="15" dirty="0">
                <a:solidFill>
                  <a:srgbClr val="8C8CB2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redirected back</a:t>
            </a:r>
            <a:r>
              <a:rPr sz="700" spc="-5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C8CB2"/>
                </a:solidFill>
                <a:latin typeface="Arial MT"/>
                <a:cs typeface="Arial MT"/>
              </a:rPr>
              <a:t>to </a:t>
            </a:r>
            <a:r>
              <a:rPr sz="700" spc="-10" dirty="0">
                <a:solidFill>
                  <a:srgbClr val="8C8CB2"/>
                </a:solidFill>
                <a:latin typeface="Arial MT"/>
                <a:cs typeface="Arial MT"/>
              </a:rPr>
              <a:t>Login</a:t>
            </a:r>
            <a:r>
              <a:rPr sz="700" spc="500" dirty="0">
                <a:solidFill>
                  <a:srgbClr val="8C8CB2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8C8CB2"/>
                </a:solidFill>
                <a:latin typeface="Arial MT"/>
                <a:cs typeface="Arial MT"/>
              </a:rPr>
              <a:t>page.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A5A5C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307</Words>
  <Application>Microsoft Office PowerPoint</Application>
  <PresentationFormat>Custom</PresentationFormat>
  <Paragraphs>45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MS Gothic</vt:lpstr>
      <vt:lpstr>Algerian</vt:lpstr>
      <vt:lpstr>Arial</vt:lpstr>
      <vt:lpstr>Arial MT</vt:lpstr>
      <vt:lpstr>Calibri</vt:lpstr>
      <vt:lpstr>Symbol</vt:lpstr>
      <vt:lpstr>Times New Roman</vt:lpstr>
      <vt:lpstr>Office Theme</vt:lpstr>
      <vt:lpstr>Login &amp; Registration System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Login &amp; Registration System - Documentation</dc:title>
  <dc:subject>unspecified</dc:subject>
  <dc:creator>anonymous</dc:creator>
  <cp:lastModifiedBy>SOUNDARAJAN A S</cp:lastModifiedBy>
  <cp:revision>1</cp:revision>
  <dcterms:created xsi:type="dcterms:W3CDTF">2026-06-06T05:26:34Z</dcterms:created>
  <dcterms:modified xsi:type="dcterms:W3CDTF">2026-06-06T05:32:41Z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2026-06-06T00:00:00Z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2026-06-06T00:00:00Z</vt:filetime>
  </property>
  <property fmtid="{D5CDD505-2E9C-101B-9397-08002B2CF9AE}" pid="5" name="Producer">
    <vt:lpwstr>ReportLab PDF Library - (opensource)</vt:lpwstr>
  </property>
</Properties>
</file>